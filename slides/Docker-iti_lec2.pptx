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61" r:id="rId4"/>
    <p:sldMasterId id="2147483675" r:id="rId5"/>
    <p:sldMasterId id="214748368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y="6858000" cx="12192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6" roundtripDataSignature="AMtx7mh1cZBr0qU0zVJ9zpBx/WEgryBQ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customschemas.google.com/relationships/presentationmetadata" Target="metadata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7" name="Google Shape;697;p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2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p2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3" name="Google Shape;713;p3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6" name="Google Shape;766;p4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p5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8" name="Google Shape;828;p6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7" name="Google Shape;837;p7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p8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3" name="Google Shape;853;p9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p10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p1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1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3" name="Google Shape;873;p12:notes"/>
          <p:cNvSpPr/>
          <p:nvPr>
            <p:ph idx="2" type="sldImg"/>
          </p:nvPr>
        </p:nvSpPr>
        <p:spPr>
          <a:xfrm>
            <a:off x="573088" y="1336675"/>
            <a:ext cx="64134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1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4" name="Google Shape;904;p13:notes"/>
          <p:cNvSpPr/>
          <p:nvPr>
            <p:ph idx="2" type="sldImg"/>
          </p:nvPr>
        </p:nvSpPr>
        <p:spPr>
          <a:xfrm>
            <a:off x="573088" y="1336675"/>
            <a:ext cx="64134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1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p14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7" name="Google Shape;967;p15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1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p16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p17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1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3" name="Google Shape;1023;p18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19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8" name="Google Shape;1058;p1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p19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2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7" name="Google Shape;1067;p20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6" name="Google Shape;1076;p2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2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2" name="Google Shape;1082;p22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8" name="Google Shape;1088;p23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2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4" name="Google Shape;1094;p24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2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0" name="Google Shape;1100;p25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2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8" name="Google Shape;1108;p26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2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6" name="Google Shape;1116;p27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2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7" name="Google Shape;1147;p28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9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2" name="Google Shape;1182;p29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30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3" name="Google Shape;1213;p30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3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7" name="Google Shape;1247;p31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3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9" name="Google Shape;1279;p32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3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7" name="Google Shape;1287;p33:notes"/>
          <p:cNvSpPr/>
          <p:nvPr>
            <p:ph idx="2" type="sldImg"/>
          </p:nvPr>
        </p:nvSpPr>
        <p:spPr>
          <a:xfrm>
            <a:off x="573088" y="1336675"/>
            <a:ext cx="64134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5" name="Google Shape;1295;p34:notes"/>
          <p:cNvSpPr/>
          <p:nvPr>
            <p:ph idx="2" type="sldImg"/>
          </p:nvPr>
        </p:nvSpPr>
        <p:spPr>
          <a:xfrm>
            <a:off x="573088" y="1336675"/>
            <a:ext cx="64134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3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6" name="Google Shape;1326;p35:notes"/>
          <p:cNvSpPr/>
          <p:nvPr>
            <p:ph idx="2" type="sldImg"/>
          </p:nvPr>
        </p:nvSpPr>
        <p:spPr>
          <a:xfrm>
            <a:off x="573088" y="1336675"/>
            <a:ext cx="64134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36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5" name="Google Shape;1335;p36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37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7" name="Google Shape;1367;p37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8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0" name="Google Shape;1420;p38:notes"/>
          <p:cNvSpPr/>
          <p:nvPr>
            <p:ph idx="2" type="sldImg"/>
          </p:nvPr>
        </p:nvSpPr>
        <p:spPr>
          <a:xfrm>
            <a:off x="573088" y="1336675"/>
            <a:ext cx="6413500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83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9" name="Google Shape;19;p83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83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83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83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83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83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83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83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83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83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83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83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83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83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83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83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83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83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83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" name="Google Shape;38;p83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Google Shape;39;p83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83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83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83"/>
          <p:cNvSpPr txBox="1"/>
          <p:nvPr>
            <p:ph type="ctrTitle"/>
          </p:nvPr>
        </p:nvSpPr>
        <p:spPr>
          <a:xfrm>
            <a:off x="1759236" y="2075504"/>
            <a:ext cx="8679915" cy="174872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5400"/>
              <a:buFont typeface="Calibri"/>
              <a:buNone/>
              <a:defRPr sz="5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3"/>
          <p:cNvSpPr txBox="1"/>
          <p:nvPr>
            <p:ph idx="1" type="subTitle"/>
          </p:nvPr>
        </p:nvSpPr>
        <p:spPr>
          <a:xfrm>
            <a:off x="1759237" y="3906266"/>
            <a:ext cx="8673427" cy="13225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b="0" sz="1800">
                <a:solidFill>
                  <a:srgbClr val="FFFEF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/>
            </a:lvl9pPr>
          </a:lstStyle>
          <a:p/>
        </p:txBody>
      </p:sp>
      <p:sp>
        <p:nvSpPr>
          <p:cNvPr id="44" name="Google Shape;44;p8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8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9" name="Google Shape;49;p84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84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84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84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84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84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84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84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4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4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4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84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84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84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84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84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84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84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84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84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84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" name="Google Shape;70;p84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71" name="Google Shape;71;p8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4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" name="Google Shape;74;p84"/>
          <p:cNvSpPr txBox="1"/>
          <p:nvPr>
            <p:ph type="title"/>
          </p:nvPr>
        </p:nvSpPr>
        <p:spPr>
          <a:xfrm>
            <a:off x="888631" y="2349925"/>
            <a:ext cx="3498979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84"/>
          <p:cNvSpPr txBox="1"/>
          <p:nvPr>
            <p:ph idx="1" type="body"/>
          </p:nvPr>
        </p:nvSpPr>
        <p:spPr>
          <a:xfrm>
            <a:off x="5118447" y="803186"/>
            <a:ext cx="6281873" cy="5248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76" name="Google Shape;76;p84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84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84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85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Google Shape;81;p85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5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5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5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5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5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5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5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85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85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5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5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5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85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85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85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85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85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85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" name="Google Shape;100;p85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101" name="Google Shape;101;p85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85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85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85"/>
          <p:cNvSpPr txBox="1"/>
          <p:nvPr>
            <p:ph type="title"/>
          </p:nvPr>
        </p:nvSpPr>
        <p:spPr>
          <a:xfrm>
            <a:off x="3344216" y="2074730"/>
            <a:ext cx="5490224" cy="168939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400"/>
              <a:buFont typeface="Calibri"/>
              <a:buNone/>
              <a:defRPr sz="44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5"/>
          <p:cNvSpPr txBox="1"/>
          <p:nvPr>
            <p:ph idx="1" type="body"/>
          </p:nvPr>
        </p:nvSpPr>
        <p:spPr>
          <a:xfrm>
            <a:off x="3344215" y="3846851"/>
            <a:ext cx="5490223" cy="138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85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5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85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8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1" name="Google Shape;111;p86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86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86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86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86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86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86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86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86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86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86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86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86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86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86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6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86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86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86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86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86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2" name="Google Shape;132;p8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33" name="Google Shape;133;p86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86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8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86"/>
          <p:cNvSpPr txBox="1"/>
          <p:nvPr>
            <p:ph type="title"/>
          </p:nvPr>
        </p:nvSpPr>
        <p:spPr>
          <a:xfrm>
            <a:off x="889000" y="2339669"/>
            <a:ext cx="3500828" cy="24700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6"/>
          <p:cNvSpPr txBox="1"/>
          <p:nvPr>
            <p:ph idx="1" type="body"/>
          </p:nvPr>
        </p:nvSpPr>
        <p:spPr>
          <a:xfrm>
            <a:off x="5120878" y="803187"/>
            <a:ext cx="6269591" cy="2382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38" name="Google Shape;138;p86"/>
          <p:cNvSpPr txBox="1"/>
          <p:nvPr>
            <p:ph idx="2" type="body"/>
          </p:nvPr>
        </p:nvSpPr>
        <p:spPr>
          <a:xfrm>
            <a:off x="5118447" y="3672162"/>
            <a:ext cx="6272022" cy="238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39" name="Google Shape;139;p86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6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6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87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44" name="Google Shape;144;p87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87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87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87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87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87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87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87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87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87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87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87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7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87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87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7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87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87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7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87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87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87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166" name="Google Shape;166;p8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87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87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87"/>
          <p:cNvSpPr txBox="1"/>
          <p:nvPr>
            <p:ph type="title"/>
          </p:nvPr>
        </p:nvSpPr>
        <p:spPr>
          <a:xfrm>
            <a:off x="889001" y="2363915"/>
            <a:ext cx="3500828" cy="2460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87"/>
          <p:cNvSpPr txBox="1"/>
          <p:nvPr>
            <p:ph idx="1" type="body"/>
          </p:nvPr>
        </p:nvSpPr>
        <p:spPr>
          <a:xfrm>
            <a:off x="5125137" y="803185"/>
            <a:ext cx="626508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71" name="Google Shape;171;p87"/>
          <p:cNvSpPr txBox="1"/>
          <p:nvPr>
            <p:ph idx="2" type="body"/>
          </p:nvPr>
        </p:nvSpPr>
        <p:spPr>
          <a:xfrm>
            <a:off x="5125305" y="1488985"/>
            <a:ext cx="6264350" cy="16968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72" name="Google Shape;172;p87"/>
          <p:cNvSpPr txBox="1"/>
          <p:nvPr>
            <p:ph idx="3" type="body"/>
          </p:nvPr>
        </p:nvSpPr>
        <p:spPr>
          <a:xfrm>
            <a:off x="5118653" y="3665887"/>
            <a:ext cx="62644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20"/>
              <a:buNone/>
              <a:defRPr b="0" sz="220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2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760"/>
              <a:buNone/>
              <a:defRPr b="1" sz="1600"/>
            </a:lvl9pPr>
          </a:lstStyle>
          <a:p/>
        </p:txBody>
      </p:sp>
      <p:sp>
        <p:nvSpPr>
          <p:cNvPr id="173" name="Google Shape;173;p87"/>
          <p:cNvSpPr txBox="1"/>
          <p:nvPr>
            <p:ph idx="4" type="body"/>
          </p:nvPr>
        </p:nvSpPr>
        <p:spPr>
          <a:xfrm>
            <a:off x="5118447" y="4351687"/>
            <a:ext cx="6265588" cy="1704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174" name="Google Shape;174;p87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87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87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8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79" name="Google Shape;179;p88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8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8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8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8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8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8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8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8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8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8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88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88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88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88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88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88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88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8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88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8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8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01" name="Google Shape;201;p88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88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88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4" name="Google Shape;204;p88"/>
          <p:cNvSpPr txBox="1"/>
          <p:nvPr>
            <p:ph type="title"/>
          </p:nvPr>
        </p:nvSpPr>
        <p:spPr>
          <a:xfrm>
            <a:off x="888632" y="2349925"/>
            <a:ext cx="3501196" cy="245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88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88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88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9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89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89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90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14" name="Google Shape;214;p90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90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90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90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90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90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90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90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90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90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90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90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90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90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90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90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90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90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90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90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90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" name="Google Shape;235;p9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6" name="Google Shape;236;p90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90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90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90"/>
          <p:cNvSpPr txBox="1"/>
          <p:nvPr>
            <p:ph type="title"/>
          </p:nvPr>
        </p:nvSpPr>
        <p:spPr>
          <a:xfrm>
            <a:off x="888631" y="2352026"/>
            <a:ext cx="3501197" cy="122329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200"/>
              <a:buFont typeface="Calibri"/>
              <a:buNone/>
              <a:defRPr sz="32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90"/>
          <p:cNvSpPr txBox="1"/>
          <p:nvPr>
            <p:ph idx="1" type="body"/>
          </p:nvPr>
        </p:nvSpPr>
        <p:spPr>
          <a:xfrm>
            <a:off x="5109983" y="802809"/>
            <a:ext cx="6275035" cy="5249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241" name="Google Shape;241;p90"/>
          <p:cNvSpPr txBox="1"/>
          <p:nvPr>
            <p:ph idx="2" type="body"/>
          </p:nvPr>
        </p:nvSpPr>
        <p:spPr>
          <a:xfrm>
            <a:off x="888631" y="3580186"/>
            <a:ext cx="3501197" cy="1221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760"/>
              <a:buNone/>
              <a:defRPr sz="16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42" name="Google Shape;242;p90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90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90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1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247" name="Google Shape;247;p91"/>
            <p:cNvSpPr/>
            <p:nvPr/>
          </p:nvSpPr>
          <p:spPr>
            <a:xfrm>
              <a:off x="-329674" y="1298404"/>
              <a:ext cx="9702800" cy="5573512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91"/>
            <p:cNvSpPr/>
            <p:nvPr/>
          </p:nvSpPr>
          <p:spPr>
            <a:xfrm>
              <a:off x="670451" y="2018236"/>
              <a:ext cx="7373938" cy="4848892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91"/>
            <p:cNvSpPr/>
            <p:nvPr/>
          </p:nvSpPr>
          <p:spPr>
            <a:xfrm>
              <a:off x="251351" y="1788400"/>
              <a:ext cx="8035925" cy="5083516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91"/>
            <p:cNvSpPr/>
            <p:nvPr/>
          </p:nvSpPr>
          <p:spPr>
            <a:xfrm>
              <a:off x="-1061" y="549842"/>
              <a:ext cx="10334625" cy="6322075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91"/>
            <p:cNvSpPr/>
            <p:nvPr/>
          </p:nvSpPr>
          <p:spPr>
            <a:xfrm>
              <a:off x="3701" y="6186246"/>
              <a:ext cx="504825" cy="681527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91"/>
            <p:cNvSpPr/>
            <p:nvPr/>
          </p:nvSpPr>
          <p:spPr>
            <a:xfrm>
              <a:off x="-1061" y="-51881"/>
              <a:ext cx="11091863" cy="6923796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91"/>
            <p:cNvSpPr/>
            <p:nvPr/>
          </p:nvSpPr>
          <p:spPr>
            <a:xfrm>
              <a:off x="5426601" y="5579"/>
              <a:ext cx="5788025" cy="6847184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91"/>
            <p:cNvSpPr/>
            <p:nvPr/>
          </p:nvSpPr>
          <p:spPr>
            <a:xfrm>
              <a:off x="-1061" y="5579"/>
              <a:ext cx="1057275" cy="614491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91"/>
            <p:cNvSpPr/>
            <p:nvPr/>
          </p:nvSpPr>
          <p:spPr>
            <a:xfrm>
              <a:off x="5821889" y="5579"/>
              <a:ext cx="5588000" cy="6866337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91"/>
            <p:cNvSpPr/>
            <p:nvPr/>
          </p:nvSpPr>
          <p:spPr>
            <a:xfrm>
              <a:off x="3701" y="790"/>
              <a:ext cx="595313" cy="352734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91"/>
            <p:cNvSpPr/>
            <p:nvPr/>
          </p:nvSpPr>
          <p:spPr>
            <a:xfrm>
              <a:off x="6012389" y="5579"/>
              <a:ext cx="5497513" cy="6866337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91"/>
            <p:cNvSpPr/>
            <p:nvPr/>
          </p:nvSpPr>
          <p:spPr>
            <a:xfrm>
              <a:off x="-1061" y="5579"/>
              <a:ext cx="357188" cy="213875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91"/>
            <p:cNvSpPr/>
            <p:nvPr/>
          </p:nvSpPr>
          <p:spPr>
            <a:xfrm>
              <a:off x="6210826" y="790"/>
              <a:ext cx="5522913" cy="6871126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91"/>
            <p:cNvSpPr/>
            <p:nvPr/>
          </p:nvSpPr>
          <p:spPr>
            <a:xfrm>
              <a:off x="6463239" y="5579"/>
              <a:ext cx="5413375" cy="6866337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91"/>
            <p:cNvSpPr/>
            <p:nvPr/>
          </p:nvSpPr>
          <p:spPr>
            <a:xfrm>
              <a:off x="6877576" y="5579"/>
              <a:ext cx="5037138" cy="686155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91"/>
            <p:cNvSpPr/>
            <p:nvPr/>
          </p:nvSpPr>
          <p:spPr>
            <a:xfrm>
              <a:off x="8768289" y="5579"/>
              <a:ext cx="3417888" cy="2742066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91"/>
            <p:cNvSpPr/>
            <p:nvPr/>
          </p:nvSpPr>
          <p:spPr>
            <a:xfrm>
              <a:off x="9235014" y="10367"/>
              <a:ext cx="2951163" cy="2555325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91"/>
            <p:cNvSpPr/>
            <p:nvPr/>
          </p:nvSpPr>
          <p:spPr>
            <a:xfrm>
              <a:off x="10020826" y="5579"/>
              <a:ext cx="2165350" cy="1358265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91"/>
            <p:cNvSpPr/>
            <p:nvPr/>
          </p:nvSpPr>
          <p:spPr>
            <a:xfrm>
              <a:off x="11290826" y="5579"/>
              <a:ext cx="895350" cy="534687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" name="Google Shape;266;p91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267" name="Google Shape;267;p91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91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91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0" name="Google Shape;270;p91"/>
          <p:cNvSpPr/>
          <p:nvPr>
            <p:ph idx="2" type="pic"/>
          </p:nvPr>
        </p:nvSpPr>
        <p:spPr>
          <a:xfrm>
            <a:off x="7543510" y="0"/>
            <a:ext cx="4648490" cy="6858000"/>
          </a:xfrm>
          <a:prstGeom prst="rect">
            <a:avLst/>
          </a:prstGeom>
          <a:solidFill>
            <a:srgbClr val="FEFEFE"/>
          </a:solidFill>
          <a:ln>
            <a:noFill/>
          </a:ln>
        </p:spPr>
      </p:sp>
      <p:sp>
        <p:nvSpPr>
          <p:cNvPr id="271" name="Google Shape;271;p91"/>
          <p:cNvSpPr txBox="1"/>
          <p:nvPr>
            <p:ph type="title"/>
          </p:nvPr>
        </p:nvSpPr>
        <p:spPr>
          <a:xfrm>
            <a:off x="885443" y="2360255"/>
            <a:ext cx="5776646" cy="117803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3600"/>
              <a:buFont typeface="Calibri"/>
              <a:buNone/>
              <a:defRPr sz="3600"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91"/>
          <p:cNvSpPr txBox="1"/>
          <p:nvPr>
            <p:ph idx="1" type="body"/>
          </p:nvPr>
        </p:nvSpPr>
        <p:spPr>
          <a:xfrm>
            <a:off x="885443" y="3545012"/>
            <a:ext cx="5776646" cy="1274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None/>
              <a:defRPr sz="1800">
                <a:solidFill>
                  <a:srgbClr val="FFFEF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54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32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100"/>
              <a:buNone/>
              <a:defRPr sz="1000"/>
            </a:lvl9pPr>
          </a:lstStyle>
          <a:p/>
        </p:txBody>
      </p:sp>
      <p:sp>
        <p:nvSpPr>
          <p:cNvPr id="273" name="Google Shape;273;p91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" name="Google Shape;274;p91"/>
          <p:cNvSpPr txBox="1"/>
          <p:nvPr>
            <p:ph idx="11" type="ftr"/>
          </p:nvPr>
        </p:nvSpPr>
        <p:spPr>
          <a:xfrm>
            <a:off x="804672" y="6227064"/>
            <a:ext cx="5942203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5" name="Google Shape;275;p91"/>
          <p:cNvSpPr txBox="1"/>
          <p:nvPr>
            <p:ph idx="12" type="sldNum"/>
          </p:nvPr>
        </p:nvSpPr>
        <p:spPr>
          <a:xfrm>
            <a:off x="5828377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92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278" name="Google Shape;278;p92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92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2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2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2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2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2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92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92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2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2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2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2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2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2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2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2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2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2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2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2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9" name="Google Shape;299;p92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00" name="Google Shape;300;p9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92"/>
          <p:cNvSpPr txBox="1"/>
          <p:nvPr>
            <p:ph type="title"/>
          </p:nvPr>
        </p:nvSpPr>
        <p:spPr>
          <a:xfrm>
            <a:off x="888632" y="2349925"/>
            <a:ext cx="3501196" cy="2456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92"/>
          <p:cNvSpPr txBox="1"/>
          <p:nvPr>
            <p:ph idx="1" type="body"/>
          </p:nvPr>
        </p:nvSpPr>
        <p:spPr>
          <a:xfrm rot="5400000">
            <a:off x="5618955" y="285747"/>
            <a:ext cx="5257090" cy="62750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05" name="Google Shape;305;p92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92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92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93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310" name="Google Shape;310;p93"/>
            <p:cNvSpPr/>
            <p:nvPr/>
          </p:nvSpPr>
          <p:spPr>
            <a:xfrm>
              <a:off x="1306513" y="0"/>
              <a:ext cx="3862388" cy="6843713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3"/>
            <p:cNvSpPr/>
            <p:nvPr/>
          </p:nvSpPr>
          <p:spPr>
            <a:xfrm>
              <a:off x="10626725" y="9525"/>
              <a:ext cx="1539875" cy="555625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3"/>
            <p:cNvSpPr/>
            <p:nvPr/>
          </p:nvSpPr>
          <p:spPr>
            <a:xfrm>
              <a:off x="10247313" y="5013325"/>
              <a:ext cx="1919288" cy="1830388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3"/>
            <p:cNvSpPr/>
            <p:nvPr/>
          </p:nvSpPr>
          <p:spPr>
            <a:xfrm>
              <a:off x="1120775" y="0"/>
              <a:ext cx="3676650" cy="6843713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3"/>
            <p:cNvSpPr/>
            <p:nvPr/>
          </p:nvSpPr>
          <p:spPr>
            <a:xfrm>
              <a:off x="11202988" y="9525"/>
              <a:ext cx="963613" cy="366713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3"/>
            <p:cNvSpPr/>
            <p:nvPr/>
          </p:nvSpPr>
          <p:spPr>
            <a:xfrm>
              <a:off x="10494963" y="5275263"/>
              <a:ext cx="1666875" cy="1577975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3"/>
            <p:cNvSpPr/>
            <p:nvPr/>
          </p:nvSpPr>
          <p:spPr>
            <a:xfrm>
              <a:off x="1001713" y="0"/>
              <a:ext cx="3621088" cy="6843713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3"/>
            <p:cNvSpPr/>
            <p:nvPr/>
          </p:nvSpPr>
          <p:spPr>
            <a:xfrm>
              <a:off x="11501438" y="9525"/>
              <a:ext cx="665163" cy="257175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3"/>
            <p:cNvSpPr/>
            <p:nvPr/>
          </p:nvSpPr>
          <p:spPr>
            <a:xfrm>
              <a:off x="10641013" y="5408613"/>
              <a:ext cx="1525588" cy="14351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3"/>
            <p:cNvSpPr/>
            <p:nvPr/>
          </p:nvSpPr>
          <p:spPr>
            <a:xfrm>
              <a:off x="1001713" y="0"/>
              <a:ext cx="3244850" cy="6843713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3"/>
            <p:cNvSpPr/>
            <p:nvPr/>
          </p:nvSpPr>
          <p:spPr>
            <a:xfrm>
              <a:off x="10802938" y="5518150"/>
              <a:ext cx="1363663" cy="1325563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93"/>
            <p:cNvSpPr/>
            <p:nvPr/>
          </p:nvSpPr>
          <p:spPr>
            <a:xfrm>
              <a:off x="889000" y="0"/>
              <a:ext cx="3230563" cy="6843713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93"/>
            <p:cNvSpPr/>
            <p:nvPr/>
          </p:nvSpPr>
          <p:spPr>
            <a:xfrm>
              <a:off x="10979150" y="5694363"/>
              <a:ext cx="1187450" cy="114935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93"/>
            <p:cNvSpPr/>
            <p:nvPr/>
          </p:nvSpPr>
          <p:spPr>
            <a:xfrm>
              <a:off x="484188" y="0"/>
              <a:ext cx="3421063" cy="6843713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3"/>
            <p:cNvSpPr/>
            <p:nvPr/>
          </p:nvSpPr>
          <p:spPr>
            <a:xfrm>
              <a:off x="11287125" y="6049963"/>
              <a:ext cx="879475" cy="79375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3"/>
            <p:cNvSpPr/>
            <p:nvPr/>
          </p:nvSpPr>
          <p:spPr>
            <a:xfrm>
              <a:off x="598488" y="0"/>
              <a:ext cx="2717800" cy="6843713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chemeClr val="dk1">
                  <a:alpha val="20000"/>
                </a:schemeClr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3"/>
            <p:cNvSpPr/>
            <p:nvPr/>
          </p:nvSpPr>
          <p:spPr>
            <a:xfrm>
              <a:off x="261938" y="0"/>
              <a:ext cx="2944813" cy="6843713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lgDash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93"/>
            <p:cNvSpPr/>
            <p:nvPr/>
          </p:nvSpPr>
          <p:spPr>
            <a:xfrm>
              <a:off x="-417513" y="0"/>
              <a:ext cx="2403475" cy="6843713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93"/>
            <p:cNvSpPr/>
            <p:nvPr/>
          </p:nvSpPr>
          <p:spPr>
            <a:xfrm>
              <a:off x="14288" y="9525"/>
              <a:ext cx="1771650" cy="3198813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93"/>
            <p:cNvSpPr/>
            <p:nvPr/>
          </p:nvSpPr>
          <p:spPr>
            <a:xfrm>
              <a:off x="4763" y="6016625"/>
              <a:ext cx="214313" cy="827088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93"/>
            <p:cNvSpPr/>
            <p:nvPr/>
          </p:nvSpPr>
          <p:spPr>
            <a:xfrm>
              <a:off x="14288" y="0"/>
              <a:ext cx="1562100" cy="222885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chemeClr val="dk1">
                  <a:alpha val="20000"/>
                </a:schemeClr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1" name="Google Shape;331;p93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332" name="Google Shape;332;p93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93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9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5" name="Google Shape;335;p93"/>
          <p:cNvSpPr txBox="1"/>
          <p:nvPr>
            <p:ph type="title"/>
          </p:nvPr>
        </p:nvSpPr>
        <p:spPr>
          <a:xfrm rot="5400000">
            <a:off x="8329814" y="1827549"/>
            <a:ext cx="2456442" cy="350119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EFF"/>
              </a:buClr>
              <a:buSzPts val="4000"/>
              <a:buFont typeface="Calibri"/>
              <a:buNone/>
              <a:defRPr>
                <a:solidFill>
                  <a:srgbClr val="FFFE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93"/>
          <p:cNvSpPr txBox="1"/>
          <p:nvPr>
            <p:ph idx="1" type="body"/>
          </p:nvPr>
        </p:nvSpPr>
        <p:spPr>
          <a:xfrm rot="5400000">
            <a:off x="1308407" y="292785"/>
            <a:ext cx="5257303" cy="6268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980"/>
              <a:buChar char="▪"/>
              <a:defRPr/>
            </a:lvl1pPr>
            <a:lvl2pPr indent="-35433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2pPr>
            <a:lvl3pPr indent="-35433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3pPr>
            <a:lvl4pPr indent="-35433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4pPr>
            <a:lvl5pPr indent="-35433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5pPr>
            <a:lvl6pPr indent="-35433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6pPr>
            <a:lvl7pPr indent="-35433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7pPr>
            <a:lvl8pPr indent="-35433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8pPr>
            <a:lvl9pPr indent="-35433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980"/>
              <a:buChar char="▪"/>
              <a:defRPr/>
            </a:lvl9pPr>
          </a:lstStyle>
          <a:p/>
        </p:txBody>
      </p:sp>
      <p:sp>
        <p:nvSpPr>
          <p:cNvPr id="337" name="Google Shape;337;p93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93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93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2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5" name="Google Shape;375;p42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42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7" name="Google Shape;377;p42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1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1" name="Google Shape;381;p51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51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2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5" name="Google Shape;385;p52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6" name="Google Shape;386;p52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52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8" name="Google Shape;388;p52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3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5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2" name="Google Shape;392;p53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53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53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4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5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5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9" name="Google Shape;399;p54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54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1" name="Google Shape;401;p54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5"/>
          <p:cNvSpPr txBox="1"/>
          <p:nvPr>
            <p:ph idx="1" type="subTitle"/>
          </p:nvPr>
        </p:nvSpPr>
        <p:spPr>
          <a:xfrm>
            <a:off x="888480" y="2350080"/>
            <a:ext cx="3501000" cy="11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4" name="Google Shape;404;p55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5" name="Google Shape;405;p55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55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6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5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0" name="Google Shape;410;p5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1" name="Google Shape;411;p5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2" name="Google Shape;412;p56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56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4" name="Google Shape;414;p56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57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5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8" name="Google Shape;418;p5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9" name="Google Shape;419;p5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0" name="Google Shape;420;p57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57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2" name="Google Shape;422;p57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8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5" name="Google Shape;425;p5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6" name="Google Shape;426;p5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7" name="Google Shape;427;p5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8" name="Google Shape;428;p58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58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58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59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5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4" name="Google Shape;434;p5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5" name="Google Shape;435;p59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59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7" name="Google Shape;437;p59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0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0" name="Google Shape;440;p6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1" name="Google Shape;441;p6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2" name="Google Shape;442;p6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3" name="Google Shape;443;p6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4" name="Google Shape;444;p60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60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6" name="Google Shape;446;p60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1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6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0" name="Google Shape;450;p6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1" name="Google Shape;451;p6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2" name="Google Shape;452;p6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3" name="Google Shape;453;p6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4" name="Google Shape;454;p6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5" name="Google Shape;455;p61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61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61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4" name="Google Shape;494;p44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5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45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8" name="Google Shape;498;p45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45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0" name="Google Shape;500;p45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62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4" name="Google Shape;504;p6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5" name="Google Shape;505;p62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62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7" name="Google Shape;507;p62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3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6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1" name="Google Shape;511;p6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2" name="Google Shape;512;p63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3" name="Google Shape;513;p63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63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64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64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8" name="Google Shape;518;p64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9" name="Google Shape;519;p64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65"/>
          <p:cNvSpPr txBox="1"/>
          <p:nvPr>
            <p:ph idx="1" type="subTitle"/>
          </p:nvPr>
        </p:nvSpPr>
        <p:spPr>
          <a:xfrm>
            <a:off x="888480" y="2350080"/>
            <a:ext cx="3501000" cy="11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2" name="Google Shape;522;p65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65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4" name="Google Shape;524;p65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7" name="Google Shape;527;p6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8" name="Google Shape;528;p6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9" name="Google Shape;529;p6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0" name="Google Shape;530;p66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1" name="Google Shape;531;p66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2" name="Google Shape;532;p66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7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5" name="Google Shape;535;p6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6" name="Google Shape;536;p6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7" name="Google Shape;537;p6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8" name="Google Shape;538;p67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67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0" name="Google Shape;540;p67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68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6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4" name="Google Shape;544;p6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5" name="Google Shape;545;p6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6" name="Google Shape;546;p68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7" name="Google Shape;547;p68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8" name="Google Shape;548;p68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69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1" name="Google Shape;551;p6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2" name="Google Shape;552;p6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3" name="Google Shape;553;p69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4" name="Google Shape;554;p69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5" name="Google Shape;555;p69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70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8" name="Google Shape;558;p7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9" name="Google Shape;559;p7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0" name="Google Shape;560;p7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1" name="Google Shape;561;p7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2" name="Google Shape;562;p70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3" name="Google Shape;563;p70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4" name="Google Shape;564;p70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71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7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8" name="Google Shape;568;p7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9" name="Google Shape;569;p7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0" name="Google Shape;570;p7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1" name="Google Shape;571;p7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2" name="Google Shape;572;p7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3" name="Google Shape;573;p71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4" name="Google Shape;574;p71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5" name="Google Shape;575;p71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">
  <p:cSld name="Custom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50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5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4" name="Google Shape;614;p5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5" name="Google Shape;615;p50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50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7" name="Google Shape;617;p50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72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72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72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73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73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5" name="Google Shape;625;p73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6" name="Google Shape;626;p73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7" name="Google Shape;627;p73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74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7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1" name="Google Shape;631;p74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2" name="Google Shape;632;p74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3" name="Google Shape;633;p74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75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6" name="Google Shape;636;p75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75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8" name="Google Shape;638;p75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76"/>
          <p:cNvSpPr txBox="1"/>
          <p:nvPr>
            <p:ph idx="1" type="subTitle"/>
          </p:nvPr>
        </p:nvSpPr>
        <p:spPr>
          <a:xfrm>
            <a:off x="888480" y="2350080"/>
            <a:ext cx="3501000" cy="11385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1" name="Google Shape;641;p76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2" name="Google Shape;642;p76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3" name="Google Shape;643;p76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77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6" name="Google Shape;646;p7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7" name="Google Shape;647;p77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8" name="Google Shape;648;p7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9" name="Google Shape;649;p77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77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1" name="Google Shape;651;p77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8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4" name="Google Shape;654;p78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5" name="Google Shape;655;p7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6" name="Google Shape;656;p78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7" name="Google Shape;657;p78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8" name="Google Shape;658;p78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9" name="Google Shape;659;p78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79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2" name="Google Shape;662;p7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3" name="Google Shape;663;p7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4" name="Google Shape;664;p79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5" name="Google Shape;665;p79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79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7" name="Google Shape;667;p79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80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80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80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2" name="Google Shape;672;p80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80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80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81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7" name="Google Shape;677;p81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8" name="Google Shape;678;p81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9" name="Google Shape;679;p81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0" name="Google Shape;680;p81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1" name="Google Shape;681;p81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81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p81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2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82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7" name="Google Shape;687;p82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8" name="Google Shape;688;p82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9" name="Google Shape;689;p82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0" name="Google Shape;690;p82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1" name="Google Shape;691;p82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2" name="Google Shape;692;p82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82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4" name="Google Shape;694;p82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5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>
            <a:lvl1pPr lv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433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98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4036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7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2639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242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242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242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242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242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242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32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0" type="dt"/>
          </p:nvPr>
        </p:nvSpPr>
        <p:spPr>
          <a:xfrm>
            <a:off x="804672" y="320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1" type="ftr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39"/>
          <p:cNvSpPr txBox="1"/>
          <p:nvPr/>
        </p:nvSpPr>
        <p:spPr>
          <a:xfrm>
            <a:off x="0" y="6751320"/>
            <a:ext cx="419100" cy="10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/>
          <p:nvPr/>
        </p:nvSpPr>
        <p:spPr>
          <a:xfrm>
            <a:off x="0" y="6751440"/>
            <a:ext cx="418680" cy="21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General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2" name="Google Shape;342;p41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343" name="Google Shape;343;p41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41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41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41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41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41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41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41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41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41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41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41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41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41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41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41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41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41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41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4" name="Google Shape;364;p41"/>
          <p:cNvGrpSpPr/>
          <p:nvPr/>
        </p:nvGrpSpPr>
        <p:grpSpPr>
          <a:xfrm>
            <a:off x="800280" y="1699560"/>
            <a:ext cx="3674160" cy="3470400"/>
            <a:chOff x="800280" y="1699560"/>
            <a:chExt cx="3674160" cy="3470400"/>
          </a:xfrm>
        </p:grpSpPr>
        <p:sp>
          <p:nvSpPr>
            <p:cNvPr id="365" name="Google Shape;365;p41"/>
            <p:cNvSpPr/>
            <p:nvPr/>
          </p:nvSpPr>
          <p:spPr>
            <a:xfrm>
              <a:off x="800280" y="1699560"/>
              <a:ext cx="3674160" cy="502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41"/>
            <p:cNvSpPr/>
            <p:nvPr/>
          </p:nvSpPr>
          <p:spPr>
            <a:xfrm rot="10800000">
              <a:off x="2482920" y="4897800"/>
              <a:ext cx="315720" cy="27216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41"/>
            <p:cNvSpPr/>
            <p:nvPr/>
          </p:nvSpPr>
          <p:spPr>
            <a:xfrm>
              <a:off x="806400" y="2275560"/>
              <a:ext cx="3668040" cy="2624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8" name="Google Shape;368;p41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9" name="Google Shape;369;p41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0" name="Google Shape;370;p41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p4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3"/>
          <p:cNvSpPr/>
          <p:nvPr/>
        </p:nvSpPr>
        <p:spPr>
          <a:xfrm>
            <a:off x="0" y="6751440"/>
            <a:ext cx="418680" cy="21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General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0" name="Google Shape;460;p43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461" name="Google Shape;461;p43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3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3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3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3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3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3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3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3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3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3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3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3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3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3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3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3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3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3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3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3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2" name="Google Shape;482;p43"/>
          <p:cNvGrpSpPr/>
          <p:nvPr/>
        </p:nvGrpSpPr>
        <p:grpSpPr>
          <a:xfrm>
            <a:off x="800280" y="1699560"/>
            <a:ext cx="3674160" cy="3470400"/>
            <a:chOff x="800280" y="1699560"/>
            <a:chExt cx="3674160" cy="3470400"/>
          </a:xfrm>
        </p:grpSpPr>
        <p:sp>
          <p:nvSpPr>
            <p:cNvPr id="483" name="Google Shape;483;p43"/>
            <p:cNvSpPr/>
            <p:nvPr/>
          </p:nvSpPr>
          <p:spPr>
            <a:xfrm>
              <a:off x="800280" y="1699560"/>
              <a:ext cx="3674160" cy="502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3"/>
            <p:cNvSpPr/>
            <p:nvPr/>
          </p:nvSpPr>
          <p:spPr>
            <a:xfrm rot="10800000">
              <a:off x="2482920" y="4897800"/>
              <a:ext cx="315720" cy="27216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3"/>
            <p:cNvSpPr/>
            <p:nvPr/>
          </p:nvSpPr>
          <p:spPr>
            <a:xfrm>
              <a:off x="806400" y="2275560"/>
              <a:ext cx="3668040" cy="2624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43"/>
          <p:cNvSpPr txBox="1"/>
          <p:nvPr>
            <p:ph type="title"/>
          </p:nvPr>
        </p:nvSpPr>
        <p:spPr>
          <a:xfrm>
            <a:off x="888480" y="2350080"/>
            <a:ext cx="349848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p43"/>
          <p:cNvSpPr txBox="1"/>
          <p:nvPr>
            <p:ph idx="1" type="body"/>
          </p:nvPr>
        </p:nvSpPr>
        <p:spPr>
          <a:xfrm>
            <a:off x="5118480" y="803160"/>
            <a:ext cx="6281640" cy="5248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8" name="Google Shape;488;p43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9" name="Google Shape;489;p43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0" name="Google Shape;490;p43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8"/>
          <p:cNvSpPr/>
          <p:nvPr/>
        </p:nvSpPr>
        <p:spPr>
          <a:xfrm>
            <a:off x="0" y="6751440"/>
            <a:ext cx="418680" cy="21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0" i="0" lang="en-US" sz="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C2 General</a:t>
            </a:r>
            <a:endParaRPr b="0" i="0" sz="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8" name="Google Shape;578;p48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579" name="Google Shape;579;p48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8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8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8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8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48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48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48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48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48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48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48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48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48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48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48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48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48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48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48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48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0" name="Google Shape;600;p48"/>
          <p:cNvGrpSpPr/>
          <p:nvPr/>
        </p:nvGrpSpPr>
        <p:grpSpPr>
          <a:xfrm>
            <a:off x="800280" y="1699560"/>
            <a:ext cx="3674160" cy="3470400"/>
            <a:chOff x="800280" y="1699560"/>
            <a:chExt cx="3674160" cy="3470400"/>
          </a:xfrm>
        </p:grpSpPr>
        <p:sp>
          <p:nvSpPr>
            <p:cNvPr id="601" name="Google Shape;601;p48"/>
            <p:cNvSpPr/>
            <p:nvPr/>
          </p:nvSpPr>
          <p:spPr>
            <a:xfrm>
              <a:off x="800280" y="1699560"/>
              <a:ext cx="3674160" cy="502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48"/>
            <p:cNvSpPr/>
            <p:nvPr/>
          </p:nvSpPr>
          <p:spPr>
            <a:xfrm rot="10800000">
              <a:off x="2482920" y="4897800"/>
              <a:ext cx="315720" cy="27216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48"/>
            <p:cNvSpPr/>
            <p:nvPr/>
          </p:nvSpPr>
          <p:spPr>
            <a:xfrm>
              <a:off x="806400" y="2275560"/>
              <a:ext cx="3668040" cy="26240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48"/>
          <p:cNvSpPr txBox="1"/>
          <p:nvPr>
            <p:ph type="title"/>
          </p:nvPr>
        </p:nvSpPr>
        <p:spPr>
          <a:xfrm>
            <a:off x="888840" y="2339640"/>
            <a:ext cx="350064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5" name="Google Shape;605;p48"/>
          <p:cNvSpPr txBox="1"/>
          <p:nvPr>
            <p:ph idx="1" type="body"/>
          </p:nvPr>
        </p:nvSpPr>
        <p:spPr>
          <a:xfrm>
            <a:off x="5121000" y="803160"/>
            <a:ext cx="6269400" cy="238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6" name="Google Shape;606;p48"/>
          <p:cNvSpPr txBox="1"/>
          <p:nvPr>
            <p:ph idx="2" type="body"/>
          </p:nvPr>
        </p:nvSpPr>
        <p:spPr>
          <a:xfrm>
            <a:off x="5118480" y="3672000"/>
            <a:ext cx="627156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7" name="Google Shape;607;p48"/>
          <p:cNvSpPr txBox="1"/>
          <p:nvPr>
            <p:ph idx="10" type="dt"/>
          </p:nvPr>
        </p:nvSpPr>
        <p:spPr>
          <a:xfrm>
            <a:off x="804600" y="320040"/>
            <a:ext cx="36572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8" name="Google Shape;608;p48"/>
          <p:cNvSpPr txBox="1"/>
          <p:nvPr>
            <p:ph idx="11" type="ftr"/>
          </p:nvPr>
        </p:nvSpPr>
        <p:spPr>
          <a:xfrm>
            <a:off x="804600" y="6226920"/>
            <a:ext cx="1058832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9" name="Google Shape;609;p48"/>
          <p:cNvSpPr txBox="1"/>
          <p:nvPr>
            <p:ph idx="12" type="sldNum"/>
          </p:nvPr>
        </p:nvSpPr>
        <p:spPr>
          <a:xfrm>
            <a:off x="10469880" y="320040"/>
            <a:ext cx="914040" cy="319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000"/>
              <a:buFont typeface="Rockwell"/>
              <a:buNone/>
              <a:defRPr b="0" i="0" sz="1000" u="none" cap="none" strike="noStrike">
                <a:solidFill>
                  <a:srgbClr val="8B8B8B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9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5" Type="http://schemas.openxmlformats.org/officeDocument/2006/relationships/image" Target="../media/image31.png"/><Relationship Id="rId6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png"/><Relationship Id="rId4" Type="http://schemas.openxmlformats.org/officeDocument/2006/relationships/image" Target="../media/image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ocs.docker.com/compose/install/linux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8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9" name="Google Shape;6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20330" y="1765773"/>
            <a:ext cx="4777759" cy="59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1"/>
          <p:cNvSpPr txBox="1"/>
          <p:nvPr/>
        </p:nvSpPr>
        <p:spPr>
          <a:xfrm>
            <a:off x="4926842" y="1918173"/>
            <a:ext cx="3070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venir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2" name="Google Shape;70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99600" y="6311900"/>
            <a:ext cx="26924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"/>
          <p:cNvSpPr txBox="1"/>
          <p:nvPr/>
        </p:nvSpPr>
        <p:spPr>
          <a:xfrm>
            <a:off x="8598089" y="285008"/>
            <a:ext cx="334694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F2F2F2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64626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2"/>
          <p:cNvSpPr txBox="1"/>
          <p:nvPr/>
        </p:nvSpPr>
        <p:spPr>
          <a:xfrm>
            <a:off x="1413164" y="1148632"/>
            <a:ext cx="9820800" cy="45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Agenda</a:t>
            </a: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Docker Image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DockerFile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Image Layers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Docker Networks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rPr>
              <a:t>Lab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5" name="Google Shape;715;p3"/>
          <p:cNvGrpSpPr/>
          <p:nvPr/>
        </p:nvGrpSpPr>
        <p:grpSpPr>
          <a:xfrm>
            <a:off x="-329760" y="-59400"/>
            <a:ext cx="12515760" cy="6923520"/>
            <a:chOff x="-329760" y="-59400"/>
            <a:chExt cx="12515760" cy="6923520"/>
          </a:xfrm>
        </p:grpSpPr>
        <p:sp>
          <p:nvSpPr>
            <p:cNvPr id="716" name="Google Shape;716;p3"/>
            <p:cNvSpPr/>
            <p:nvPr/>
          </p:nvSpPr>
          <p:spPr>
            <a:xfrm>
              <a:off x="-329760" y="1290960"/>
              <a:ext cx="9702360" cy="5573160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670320" y="2010600"/>
              <a:ext cx="7373520" cy="4848480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251280" y="1780920"/>
              <a:ext cx="8035560" cy="5083200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-1080" y="542520"/>
              <a:ext cx="10334160" cy="6321600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3600" y="6178680"/>
              <a:ext cx="504360" cy="681120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-1080" y="-59400"/>
              <a:ext cx="11091600" cy="6923520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5426640" y="-1800"/>
              <a:ext cx="5787720" cy="6846840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-1080" y="-1800"/>
              <a:ext cx="1056960" cy="614160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5821920" y="-1800"/>
              <a:ext cx="5587560" cy="6865920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3600" y="-6840"/>
              <a:ext cx="595080" cy="352440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6012360" y="-1800"/>
              <a:ext cx="5497200" cy="6865920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-1080" y="-1800"/>
              <a:ext cx="356760" cy="213480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6210720" y="-6840"/>
              <a:ext cx="5522400" cy="6870600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6463080" y="-1800"/>
              <a:ext cx="5412960" cy="6865920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6877440" y="-1800"/>
              <a:ext cx="5036760" cy="686124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8768160" y="-1800"/>
              <a:ext cx="3417480" cy="2741760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9235080" y="2880"/>
              <a:ext cx="2950920" cy="2554920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10020960" y="-1800"/>
              <a:ext cx="2165040" cy="1357920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11290680" y="-1800"/>
              <a:ext cx="894960" cy="534240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5" name="Google Shape;735;p3"/>
          <p:cNvGrpSpPr/>
          <p:nvPr/>
        </p:nvGrpSpPr>
        <p:grpSpPr>
          <a:xfrm>
            <a:off x="1669320" y="1186560"/>
            <a:ext cx="8848080" cy="4477680"/>
            <a:chOff x="1669320" y="1186560"/>
            <a:chExt cx="8848080" cy="4477680"/>
          </a:xfrm>
        </p:grpSpPr>
        <p:sp>
          <p:nvSpPr>
            <p:cNvPr id="736" name="Google Shape;736;p3"/>
            <p:cNvSpPr/>
            <p:nvPr/>
          </p:nvSpPr>
          <p:spPr>
            <a:xfrm>
              <a:off x="1674000" y="1186560"/>
              <a:ext cx="8843400" cy="715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3"/>
            <p:cNvSpPr/>
            <p:nvPr/>
          </p:nvSpPr>
          <p:spPr>
            <a:xfrm rot="10800000">
              <a:off x="5892840" y="5313600"/>
              <a:ext cx="406800" cy="35064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1669320" y="1991160"/>
              <a:ext cx="8845200" cy="3321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9" name="Google Shape;739;p3"/>
          <p:cNvSpPr/>
          <p:nvPr/>
        </p:nvSpPr>
        <p:spPr>
          <a:xfrm>
            <a:off x="0" y="0"/>
            <a:ext cx="12192840" cy="686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0" name="Google Shape;740;p3"/>
          <p:cNvGrpSpPr/>
          <p:nvPr/>
        </p:nvGrpSpPr>
        <p:grpSpPr>
          <a:xfrm>
            <a:off x="-329760" y="-59400"/>
            <a:ext cx="12515760" cy="6923520"/>
            <a:chOff x="-329760" y="-59400"/>
            <a:chExt cx="12515760" cy="6923520"/>
          </a:xfrm>
        </p:grpSpPr>
        <p:sp>
          <p:nvSpPr>
            <p:cNvPr id="741" name="Google Shape;741;p3"/>
            <p:cNvSpPr/>
            <p:nvPr/>
          </p:nvSpPr>
          <p:spPr>
            <a:xfrm>
              <a:off x="-329760" y="1290960"/>
              <a:ext cx="9702360" cy="5573160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670320" y="2010600"/>
              <a:ext cx="7373520" cy="4848480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251280" y="1780920"/>
              <a:ext cx="8035560" cy="5083200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-1080" y="542520"/>
              <a:ext cx="10334160" cy="6321600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3600" y="6178680"/>
              <a:ext cx="504360" cy="681120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-1080" y="-59400"/>
              <a:ext cx="11091600" cy="6923520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5426640" y="-1800"/>
              <a:ext cx="5787720" cy="6846840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-1080" y="-1800"/>
              <a:ext cx="1056960" cy="614160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5821920" y="-1800"/>
              <a:ext cx="5587560" cy="6865920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3600" y="-6840"/>
              <a:ext cx="595080" cy="352440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6012360" y="-1800"/>
              <a:ext cx="5497200" cy="6865920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-1080" y="-1800"/>
              <a:ext cx="356760" cy="213480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6210720" y="-6840"/>
              <a:ext cx="5522400" cy="6870600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6463080" y="-1800"/>
              <a:ext cx="5412960" cy="6865920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6877440" y="-1800"/>
              <a:ext cx="5036760" cy="686124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8768160" y="-1800"/>
              <a:ext cx="3417480" cy="2741760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9235080" y="2880"/>
              <a:ext cx="2950920" cy="2554920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10020960" y="-1800"/>
              <a:ext cx="2165040" cy="1357920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11290680" y="-1800"/>
              <a:ext cx="894960" cy="534240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60" name="Google Shape;760;p3"/>
          <p:cNvSpPr/>
          <p:nvPr/>
        </p:nvSpPr>
        <p:spPr>
          <a:xfrm>
            <a:off x="0" y="0"/>
            <a:ext cx="12191760" cy="5058720"/>
          </a:xfrm>
          <a:custGeom>
            <a:rect b="b" l="l" r="r" t="t"/>
            <a:pathLst>
              <a:path extrusionOk="0" h="5058957" w="12192000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"/>
          <p:cNvSpPr txBox="1"/>
          <p:nvPr>
            <p:ph type="title"/>
          </p:nvPr>
        </p:nvSpPr>
        <p:spPr>
          <a:xfrm>
            <a:off x="1756080" y="1286280"/>
            <a:ext cx="8679600" cy="31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lang="en-US" sz="6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Docker Images</a:t>
            </a:r>
            <a:endParaRPr b="0" sz="6000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762" name="Google Shape;7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308480" cy="6923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25920" y="6237450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4"/>
          <p:cNvSpPr/>
          <p:nvPr/>
        </p:nvSpPr>
        <p:spPr>
          <a:xfrm>
            <a:off x="24423" y="8141"/>
            <a:ext cx="12191400" cy="685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69" name="Google Shape;769;p4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770" name="Google Shape;770;p4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4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4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4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4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4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4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4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4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4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4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4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4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4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4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4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9804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6" name="Google Shape;786;p4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7" name="Google Shape;787;p4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4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4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4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9804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1" name="Google Shape;791;p4"/>
          <p:cNvSpPr txBox="1"/>
          <p:nvPr>
            <p:ph idx="4294967295" type="title"/>
          </p:nvPr>
        </p:nvSpPr>
        <p:spPr>
          <a:xfrm>
            <a:off x="905040" y="795600"/>
            <a:ext cx="10488240" cy="119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54545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454545"/>
                </a:solidFill>
                <a:latin typeface="Calibri"/>
                <a:ea typeface="Calibri"/>
                <a:cs typeface="Calibri"/>
                <a:sym typeface="Calibri"/>
              </a:rPr>
              <a:t>Custom Images</a:t>
            </a:r>
            <a:endParaRPr b="0" i="0" sz="40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92" name="Google Shape;792;p4"/>
          <p:cNvSpPr/>
          <p:nvPr/>
        </p:nvSpPr>
        <p:spPr>
          <a:xfrm>
            <a:off x="937080" y="2250360"/>
            <a:ext cx="4959000" cy="367776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70C0"/>
            </a:solidFill>
            <a:prstDash val="solid"/>
            <a:miter lim="8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3" name="Google Shape;793;p4"/>
          <p:cNvPicPr preferRelativeResize="0"/>
          <p:nvPr/>
        </p:nvPicPr>
        <p:blipFill rotWithShape="1">
          <a:blip r:embed="rId3">
            <a:alphaModFix/>
          </a:blip>
          <a:srcRect b="5712" l="37241" r="38795" t="-5559"/>
          <a:stretch/>
        </p:blipFill>
        <p:spPr>
          <a:xfrm>
            <a:off x="2210816" y="2165625"/>
            <a:ext cx="2106609" cy="352885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4"/>
          <p:cNvSpPr txBox="1"/>
          <p:nvPr>
            <p:ph idx="4294967295" type="body"/>
          </p:nvPr>
        </p:nvSpPr>
        <p:spPr>
          <a:xfrm>
            <a:off x="5927400" y="2228760"/>
            <a:ext cx="5482080" cy="3699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To create our own image, we can do one of the following: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76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Create a container from your desired image, add and edit</a:t>
            </a:r>
            <a:endParaRPr/>
          </a:p>
          <a:p>
            <a:pPr indent="-228600" lvl="2" marL="11430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whatever you want then commit all these changes to an image.</a:t>
            </a:r>
            <a:endParaRPr/>
          </a:p>
          <a:p>
            <a:pPr indent="-228600" lvl="2" marL="11430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 commit CONTAINER_ID new_image_name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76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Use Dockerfile</a:t>
            </a:r>
            <a:endParaRPr b="0" i="0" sz="1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"/>
          <p:cNvSpPr/>
          <p:nvPr/>
        </p:nvSpPr>
        <p:spPr>
          <a:xfrm>
            <a:off x="10026" y="40500"/>
            <a:ext cx="12191700" cy="68577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0" name="Google Shape;800;p5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801" name="Google Shape;801;p5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2" name="Google Shape;802;p5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5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5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5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5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5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5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5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5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5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5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5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2" name="Google Shape;822;p5"/>
          <p:cNvSpPr/>
          <p:nvPr/>
        </p:nvSpPr>
        <p:spPr>
          <a:xfrm>
            <a:off x="0" y="0"/>
            <a:ext cx="12191760" cy="57880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5"/>
          <p:cNvSpPr txBox="1"/>
          <p:nvPr>
            <p:ph idx="4294967295" type="title"/>
          </p:nvPr>
        </p:nvSpPr>
        <p:spPr>
          <a:xfrm>
            <a:off x="645480" y="960120"/>
            <a:ext cx="4061160" cy="417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marR="0" rt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Dockerfile</a:t>
            </a:r>
            <a:endParaRPr b="0" i="0" sz="4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cxnSp>
        <p:nvCxnSpPr>
          <p:cNvPr id="824" name="Google Shape;824;p5"/>
          <p:cNvCxnSpPr/>
          <p:nvPr/>
        </p:nvCxnSpPr>
        <p:spPr>
          <a:xfrm>
            <a:off x="4752000" y="1199880"/>
            <a:ext cx="360" cy="3544200"/>
          </a:xfrm>
          <a:prstGeom prst="straightConnector1">
            <a:avLst/>
          </a:prstGeom>
          <a:noFill/>
          <a:ln cap="flat" cmpd="sng" w="12700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5"/>
          <p:cNvSpPr txBox="1"/>
          <p:nvPr>
            <p:ph idx="4294967295" type="body"/>
          </p:nvPr>
        </p:nvSpPr>
        <p:spPr>
          <a:xfrm>
            <a:off x="4983120" y="960120"/>
            <a:ext cx="6421680" cy="4170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Dockerfiles are instructions. They contains all commands used to build an image.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Each represents a Dockerfile instruction.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Each layer is a result of the changes from the previous layer.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31" name="Google Shape;831;p6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2" name="Google Shape;8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9038"/>
            <a:ext cx="12192001" cy="6858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6"/>
          <p:cNvSpPr txBox="1"/>
          <p:nvPr/>
        </p:nvSpPr>
        <p:spPr>
          <a:xfrm>
            <a:off x="6198920" y="5201393"/>
            <a:ext cx="2487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7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0" name="Google Shape;840;p7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1" name="Google Shape;84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48" name="Google Shape;848;p8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9" name="Google Shape;8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496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0" name="Google Shape;85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6701" y="76200"/>
            <a:ext cx="12447036" cy="7001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16540" y="6721434"/>
            <a:ext cx="1830496" cy="28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294919" cy="69158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85070" y="6533223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1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68" name="Google Shape;868;p11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9" name="Google Shape;86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12"/>
          <p:cNvSpPr/>
          <p:nvPr/>
        </p:nvSpPr>
        <p:spPr>
          <a:xfrm>
            <a:off x="0" y="0"/>
            <a:ext cx="12191700" cy="686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6" name="Google Shape;876;p12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877" name="Google Shape;877;p12"/>
            <p:cNvSpPr/>
            <p:nvPr/>
          </p:nvSpPr>
          <p:spPr>
            <a:xfrm>
              <a:off x="1306440" y="0"/>
              <a:ext cx="3862079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12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12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12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12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12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12"/>
            <p:cNvSpPr/>
            <p:nvPr/>
          </p:nvSpPr>
          <p:spPr>
            <a:xfrm>
              <a:off x="1001880" y="0"/>
              <a:ext cx="3620879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2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12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12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12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12"/>
            <p:cNvSpPr/>
            <p:nvPr/>
          </p:nvSpPr>
          <p:spPr>
            <a:xfrm>
              <a:off x="888840" y="0"/>
              <a:ext cx="3230281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12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12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12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12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12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12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12"/>
            <p:cNvSpPr/>
            <p:nvPr/>
          </p:nvSpPr>
          <p:spPr>
            <a:xfrm>
              <a:off x="14400" y="9360"/>
              <a:ext cx="1771200" cy="3198601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12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12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12"/>
          <p:cNvSpPr/>
          <p:nvPr/>
        </p:nvSpPr>
        <p:spPr>
          <a:xfrm>
            <a:off x="1923840" y="-76200"/>
            <a:ext cx="1026780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12"/>
          <p:cNvSpPr txBox="1"/>
          <p:nvPr>
            <p:ph idx="4294967295" type="title"/>
          </p:nvPr>
        </p:nvSpPr>
        <p:spPr>
          <a:xfrm>
            <a:off x="2880360" y="841320"/>
            <a:ext cx="62304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Dockerfile instructions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900" name="Google Shape;900;p12"/>
          <p:cNvSpPr/>
          <p:nvPr/>
        </p:nvSpPr>
        <p:spPr>
          <a:xfrm rot="5400000">
            <a:off x="1798140" y="954720"/>
            <a:ext cx="300300" cy="258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2"/>
          <p:cNvSpPr txBox="1"/>
          <p:nvPr>
            <p:ph idx="4294967295" type="body"/>
          </p:nvPr>
        </p:nvSpPr>
        <p:spPr>
          <a:xfrm>
            <a:off x="2880360" y="1799280"/>
            <a:ext cx="8699100" cy="46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4000" lnSpcReduction="10000"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FROM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Initializes a new build stage and sets the Base Image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RUN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Will execute any OS commands in a new layer to build the image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CMD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Provides a default for an executing container. 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There can only be one CMD instruction in a Dockerfile.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Only the last CMD will have an effect.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ENTRYPOINT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Allows for configuring a container that will run as an executable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There can only be one CMD instruction in a Dockerfile.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1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Only the last CMD will have an effect.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EXPOSE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Informs Docker that the container listens on the specified network ports at runtime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ENV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Sets the environment variable &lt;key&gt; to the value &lt;value&gt;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ADD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Copies new files, directories or remote file URLs from &lt;src&gt; and adds them to the filesystem of the image at the path &lt;dest&gt;.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COPY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Copies new files or directories from &lt;src&gt; and adds them to the filesystem of the container at the path &lt;dest&gt;.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13"/>
          <p:cNvSpPr/>
          <p:nvPr/>
        </p:nvSpPr>
        <p:spPr>
          <a:xfrm>
            <a:off x="0" y="0"/>
            <a:ext cx="12191700" cy="686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13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908" name="Google Shape;908;p13"/>
            <p:cNvSpPr/>
            <p:nvPr/>
          </p:nvSpPr>
          <p:spPr>
            <a:xfrm>
              <a:off x="1306440" y="0"/>
              <a:ext cx="3862079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13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13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13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13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13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13"/>
            <p:cNvSpPr/>
            <p:nvPr/>
          </p:nvSpPr>
          <p:spPr>
            <a:xfrm>
              <a:off x="1001880" y="0"/>
              <a:ext cx="3620879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13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13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13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888840" y="0"/>
              <a:ext cx="3230281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3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3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14400" y="9360"/>
              <a:ext cx="1771200" cy="3198601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9" name="Google Shape;929;p13"/>
          <p:cNvSpPr/>
          <p:nvPr/>
        </p:nvSpPr>
        <p:spPr>
          <a:xfrm>
            <a:off x="1924080" y="9360"/>
            <a:ext cx="1026780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3"/>
          <p:cNvSpPr txBox="1"/>
          <p:nvPr>
            <p:ph idx="4294967295" type="title"/>
          </p:nvPr>
        </p:nvSpPr>
        <p:spPr>
          <a:xfrm>
            <a:off x="2880360" y="841320"/>
            <a:ext cx="62304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Dockerfile instructions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931" name="Google Shape;931;p13"/>
          <p:cNvSpPr/>
          <p:nvPr/>
        </p:nvSpPr>
        <p:spPr>
          <a:xfrm rot="5400000">
            <a:off x="1798140" y="954720"/>
            <a:ext cx="300300" cy="258900"/>
          </a:xfrm>
          <a:prstGeom prst="triangle">
            <a:avLst>
              <a:gd fmla="val 50000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3"/>
          <p:cNvSpPr txBox="1"/>
          <p:nvPr>
            <p:ph idx="4294967295" type="body"/>
          </p:nvPr>
        </p:nvSpPr>
        <p:spPr>
          <a:xfrm>
            <a:off x="2880360" y="2037960"/>
            <a:ext cx="8602200" cy="4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1500" lnSpcReduction="10000"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LABEL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Adds metadata to an image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VOLUME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Creates a mount point with the specified name and marks it as holding externally mounted volumes from native host or other containers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USER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Sets the username (or UID) and optionally the user group (or GID) to use when running the image and for any RUN, CMD,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WORKDIR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Sets the working directory for any RUN, CMD, ENTRYPOINT, COPY, and ADD instructions that follow it in the Dockerfile 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If the WORKDIR doesn’t exist, it will be created even if it’s not used in any subsequent Dockerfile instruction.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ARG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An ARG instruction goes out of scope at the end of the build stage where it was defined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Defines a variable that users can pass at build-time to the builder with the docker build command, using the --build-arg &lt;varname&gt;=&lt;value&gt; flag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is the only instruction that may precede FROM in the Dockerfile.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FF0000"/>
                </a:solidFill>
                <a:latin typeface="Rockwell"/>
                <a:ea typeface="Rockwell"/>
                <a:cs typeface="Rockwell"/>
                <a:sym typeface="Rockwell"/>
              </a:rPr>
              <a:t>ONBUILD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: Adds a trigger instruction to the image that will be executed at a later time, when the image is used as the base for another build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4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8" name="Google Shape;938;p14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939" name="Google Shape;939;p14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4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4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4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4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4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4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4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4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4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4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4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4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4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4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4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4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4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4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4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4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0" name="Google Shape;960;p14"/>
          <p:cNvSpPr/>
          <p:nvPr/>
        </p:nvSpPr>
        <p:spPr>
          <a:xfrm>
            <a:off x="1923840" y="0"/>
            <a:ext cx="1026792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4"/>
          <p:cNvSpPr txBox="1"/>
          <p:nvPr>
            <p:ph idx="4294967295" type="title"/>
          </p:nvPr>
        </p:nvSpPr>
        <p:spPr>
          <a:xfrm>
            <a:off x="2880360" y="841320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Rockwell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To see image layers : </a:t>
            </a:r>
            <a:endParaRPr/>
          </a:p>
        </p:txBody>
      </p:sp>
      <p:sp>
        <p:nvSpPr>
          <p:cNvPr id="962" name="Google Shape;962;p14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4"/>
          <p:cNvSpPr txBox="1"/>
          <p:nvPr>
            <p:ph idx="4294967295" type="body"/>
          </p:nvPr>
        </p:nvSpPr>
        <p:spPr>
          <a:xfrm>
            <a:off x="2868120" y="1779480"/>
            <a:ext cx="7955280" cy="42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Run the following command : </a:t>
            </a:r>
            <a:endParaRPr/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$docker image history image-name </a:t>
            </a:r>
            <a:endParaRPr/>
          </a:p>
        </p:txBody>
      </p:sp>
      <p:pic>
        <p:nvPicPr>
          <p:cNvPr id="964" name="Google Shape;96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840" y="3112700"/>
            <a:ext cx="6587490" cy="2405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0" name="Google Shape;970;p15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971" name="Google Shape;971;p15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5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5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5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5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5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5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5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5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5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5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5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5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1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5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5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5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5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5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992" name="Google Shape;9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32" y="-150"/>
            <a:ext cx="12191468" cy="6858300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15"/>
          <p:cNvSpPr txBox="1"/>
          <p:nvPr/>
        </p:nvSpPr>
        <p:spPr>
          <a:xfrm>
            <a:off x="1759320" y="798840"/>
            <a:ext cx="8673120" cy="104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 VS CMDVS ENTERYPOINT </a:t>
            </a:r>
            <a:endParaRPr b="0" i="0" sz="40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994" name="Google Shape;994;p15"/>
          <p:cNvGrpSpPr/>
          <p:nvPr/>
        </p:nvGrpSpPr>
        <p:grpSpPr>
          <a:xfrm>
            <a:off x="807840" y="1991309"/>
            <a:ext cx="10576079" cy="4174260"/>
            <a:chOff x="0" y="509"/>
            <a:chExt cx="10576079" cy="4174260"/>
          </a:xfrm>
        </p:grpSpPr>
        <p:sp>
          <p:nvSpPr>
            <p:cNvPr id="995" name="Google Shape;995;p15"/>
            <p:cNvSpPr/>
            <p:nvPr/>
          </p:nvSpPr>
          <p:spPr>
            <a:xfrm>
              <a:off x="0" y="509"/>
              <a:ext cx="10576079" cy="1192645"/>
            </a:xfrm>
            <a:prstGeom prst="roundRect">
              <a:avLst>
                <a:gd fmla="val 10000" name="adj"/>
              </a:avLst>
            </a:prstGeom>
            <a:solidFill>
              <a:srgbClr val="FA771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5"/>
            <p:cNvSpPr/>
            <p:nvPr/>
          </p:nvSpPr>
          <p:spPr>
            <a:xfrm>
              <a:off x="360775" y="268855"/>
              <a:ext cx="655955" cy="65595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5"/>
            <p:cNvSpPr/>
            <p:nvPr/>
          </p:nvSpPr>
          <p:spPr>
            <a:xfrm>
              <a:off x="1377506" y="509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5"/>
            <p:cNvSpPr txBox="1"/>
            <p:nvPr/>
          </p:nvSpPr>
          <p:spPr>
            <a:xfrm>
              <a:off x="1377506" y="509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200" lIns="126200" spcFirstLastPara="1" rIns="126200" wrap="square" tIns="12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b="1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RUN.</a:t>
              </a:r>
              <a:r>
                <a:rPr b="0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Mainly used to build images and install applications and packages. Builds a new layer over an existing image by committing the results.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5"/>
            <p:cNvSpPr/>
            <p:nvPr/>
          </p:nvSpPr>
          <p:spPr>
            <a:xfrm>
              <a:off x="0" y="1491317"/>
              <a:ext cx="10576079" cy="1192645"/>
            </a:xfrm>
            <a:prstGeom prst="roundRect">
              <a:avLst>
                <a:gd fmla="val 10000" name="adj"/>
              </a:avLst>
            </a:prstGeom>
            <a:solidFill>
              <a:srgbClr val="AEBF3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5"/>
            <p:cNvSpPr/>
            <p:nvPr/>
          </p:nvSpPr>
          <p:spPr>
            <a:xfrm>
              <a:off x="360775" y="1759662"/>
              <a:ext cx="655955" cy="65595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5"/>
            <p:cNvSpPr/>
            <p:nvPr/>
          </p:nvSpPr>
          <p:spPr>
            <a:xfrm>
              <a:off x="1377506" y="1491317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5"/>
            <p:cNvSpPr txBox="1"/>
            <p:nvPr/>
          </p:nvSpPr>
          <p:spPr>
            <a:xfrm>
              <a:off x="1377506" y="1491317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200" lIns="126200" spcFirstLastPara="1" rIns="126200" wrap="square" tIns="12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b="1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CMD.</a:t>
              </a:r>
              <a:r>
                <a:rPr b="0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Sets default parameters that can be overridden from the Docker Command Line Interface (CLI) when a container is running.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5"/>
            <p:cNvSpPr/>
            <p:nvPr/>
          </p:nvSpPr>
          <p:spPr>
            <a:xfrm>
              <a:off x="0" y="2982124"/>
              <a:ext cx="10576079" cy="1192645"/>
            </a:xfrm>
            <a:prstGeom prst="roundRect">
              <a:avLst>
                <a:gd fmla="val 10000" name="adj"/>
              </a:avLst>
            </a:prstGeom>
            <a:solidFill>
              <a:srgbClr val="4FC29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5"/>
            <p:cNvSpPr/>
            <p:nvPr/>
          </p:nvSpPr>
          <p:spPr>
            <a:xfrm>
              <a:off x="1377506" y="2982124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5"/>
            <p:cNvSpPr txBox="1"/>
            <p:nvPr/>
          </p:nvSpPr>
          <p:spPr>
            <a:xfrm>
              <a:off x="1377506" y="2982124"/>
              <a:ext cx="9198573" cy="119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6200" lIns="126200" spcFirstLastPara="1" rIns="126200" wrap="square" tIns="126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300"/>
                <a:buFont typeface="Arial"/>
                <a:buNone/>
              </a:pPr>
              <a:r>
                <a:rPr b="1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ENTRYPOINT.</a:t>
              </a:r>
              <a:r>
                <a:rPr b="0" i="0" lang="en-US" sz="23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 Default parameters that cannot be overridden when Docker Containers run with CLI parameters.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16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11" name="Google Shape;1011;p16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2" name="Google Shape;10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17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18" name="Google Shape;1018;p17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9" name="Google Shape;10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6983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7148" y="4814287"/>
            <a:ext cx="3789479" cy="1155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8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26" name="Google Shape;1026;p18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027" name="Google Shape;1027;p18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8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8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8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18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8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8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8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8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8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8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8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8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8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8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8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1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8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8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8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8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8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1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8" name="Google Shape;1048;p18"/>
          <p:cNvSpPr txBox="1"/>
          <p:nvPr>
            <p:ph idx="4294967295" type="title"/>
          </p:nvPr>
        </p:nvSpPr>
        <p:spPr>
          <a:xfrm>
            <a:off x="1759320" y="798840"/>
            <a:ext cx="8673120" cy="104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rm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VS COPY</a:t>
            </a:r>
            <a:endParaRPr b="0" i="0" sz="40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049" name="Google Shape;10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" y="0"/>
            <a:ext cx="12354500" cy="6950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0" name="Google Shape;1050;p18"/>
          <p:cNvGrpSpPr/>
          <p:nvPr/>
        </p:nvGrpSpPr>
        <p:grpSpPr>
          <a:xfrm>
            <a:off x="807840" y="1990800"/>
            <a:ext cx="10576079" cy="4154574"/>
            <a:chOff x="0" y="0"/>
            <a:chExt cx="10576079" cy="4154574"/>
          </a:xfrm>
        </p:grpSpPr>
        <p:sp>
          <p:nvSpPr>
            <p:cNvPr id="1051" name="Google Shape;1051;p18"/>
            <p:cNvSpPr/>
            <p:nvPr/>
          </p:nvSpPr>
          <p:spPr>
            <a:xfrm>
              <a:off x="0" y="0"/>
              <a:ext cx="10576079" cy="2023734"/>
            </a:xfrm>
            <a:prstGeom prst="roundRect">
              <a:avLst>
                <a:gd fmla="val 16667" name="adj"/>
              </a:avLst>
            </a:prstGeom>
            <a:solidFill>
              <a:srgbClr val="FA7714"/>
            </a:solidFill>
            <a:ln cap="flat" cmpd="sng" w="381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8"/>
            <p:cNvSpPr txBox="1"/>
            <p:nvPr/>
          </p:nvSpPr>
          <p:spPr>
            <a:xfrm>
              <a:off x="98791" y="98791"/>
              <a:ext cx="10378497" cy="182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COPY 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takes in a src and destination. It only lets you copy in a local or directory from your host (the machine-building the Docker image) into the Docker image itself.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8"/>
            <p:cNvSpPr/>
            <p:nvPr/>
          </p:nvSpPr>
          <p:spPr>
            <a:xfrm>
              <a:off x="0" y="2130840"/>
              <a:ext cx="10576079" cy="2023734"/>
            </a:xfrm>
            <a:prstGeom prst="roundRect">
              <a:avLst>
                <a:gd fmla="val 16667" name="adj"/>
              </a:avLst>
            </a:prstGeom>
            <a:solidFill>
              <a:srgbClr val="FA7714"/>
            </a:solidFill>
            <a:ln cap="flat" cmpd="sng" w="38100">
              <a:solidFill>
                <a:schemeClr val="lt1"/>
              </a:solidFill>
              <a:prstDash val="solid"/>
              <a:miter lim="80"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8"/>
            <p:cNvSpPr txBox="1"/>
            <p:nvPr/>
          </p:nvSpPr>
          <p:spPr>
            <a:xfrm>
              <a:off x="98791" y="2229631"/>
              <a:ext cx="10378497" cy="1826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ADD </a:t>
              </a: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 lets you do that too, but it also supports 2 other sources. First, you can use a URL instead of a local file/directory. Secondly, you can extract tar from the source directory into the destination.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5" name="Google Shape;1055;p18"/>
          <p:cNvSpPr txBox="1"/>
          <p:nvPr/>
        </p:nvSpPr>
        <p:spPr>
          <a:xfrm>
            <a:off x="2624040" y="985345"/>
            <a:ext cx="6347636" cy="5119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COPY VS ADD</a:t>
            </a:r>
            <a:endParaRPr b="0" i="0" sz="3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9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62" name="Google Shape;1062;p19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3" name="Google Shape;10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4" name="Google Shape;10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6189518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20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70" name="Google Shape;1070;p20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1" name="Google Shape;1071;p20"/>
          <p:cNvPicPr preferRelativeResize="0"/>
          <p:nvPr/>
        </p:nvPicPr>
        <p:blipFill rotWithShape="1">
          <a:blip r:embed="rId3">
            <a:alphaModFix/>
          </a:blip>
          <a:srcRect b="-850" l="-3350" r="3350" t="850"/>
          <a:stretch/>
        </p:blipFill>
        <p:spPr>
          <a:xfrm>
            <a:off x="-209950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1" y="6475331"/>
            <a:ext cx="2109849" cy="382669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20"/>
          <p:cNvSpPr txBox="1"/>
          <p:nvPr/>
        </p:nvSpPr>
        <p:spPr>
          <a:xfrm>
            <a:off x="2638980" y="1749915"/>
            <a:ext cx="761208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To push image to docker hub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$docker image tag   nginx   user/nginx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$docker login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$docker push  user/nginx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78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9" name="Google Shape;107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6140780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4" name="Google Shape;10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84128"/>
            <a:ext cx="12540729" cy="7054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5" name="Google Shape;108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0879" y="6475331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0" name="Google Shape;10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5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5"/>
          <p:cNvSpPr txBox="1"/>
          <p:nvPr>
            <p:ph type="title"/>
          </p:nvPr>
        </p:nvSpPr>
        <p:spPr>
          <a:xfrm>
            <a:off x="888840" y="2339640"/>
            <a:ext cx="350064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lang="en-US" sz="6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Networks</a:t>
            </a:r>
            <a:endParaRPr b="0" sz="6000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03" name="Google Shape;1103;p25"/>
          <p:cNvSpPr txBox="1"/>
          <p:nvPr>
            <p:ph idx="1" type="body"/>
          </p:nvPr>
        </p:nvSpPr>
        <p:spPr>
          <a:xfrm>
            <a:off x="5121000" y="803160"/>
            <a:ext cx="6269400" cy="262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3500"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Bridge: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Private internal network created by docker on the host. 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Default network the container attach to.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Each created container get internal IP address usually in range 172.17.x.x.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Containers can access each. Others by this IP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To Access any of these containers “PORT MAPPING”</a:t>
            </a:r>
            <a:endParaRPr/>
          </a:p>
          <a:p>
            <a:pPr indent="-228600" lvl="2" marL="11430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400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By adding –p port-outside:port-inside when running the container </a:t>
            </a:r>
            <a:endParaRPr b="0" sz="1400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04" name="Google Shape;1104;p25"/>
          <p:cNvSpPr txBox="1"/>
          <p:nvPr>
            <p:ph idx="1" type="body"/>
          </p:nvPr>
        </p:nvSpPr>
        <p:spPr>
          <a:xfrm>
            <a:off x="5118480" y="3672000"/>
            <a:ext cx="627156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98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Host: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76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No type of isolation between docker container and docker host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76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No need to “PORT MAPPING”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76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Only one docker container can be access 	</a:t>
            </a:r>
            <a:endParaRPr/>
          </a:p>
        </p:txBody>
      </p:sp>
      <p:pic>
        <p:nvPicPr>
          <p:cNvPr id="1105" name="Google Shape;1105;p25"/>
          <p:cNvPicPr preferRelativeResize="0"/>
          <p:nvPr/>
        </p:nvPicPr>
        <p:blipFill rotWithShape="1">
          <a:blip r:embed="rId3">
            <a:alphaModFix/>
          </a:blip>
          <a:srcRect b="18031" l="2337" r="38640" t="7128"/>
          <a:stretch/>
        </p:blipFill>
        <p:spPr>
          <a:xfrm>
            <a:off x="244226" y="803160"/>
            <a:ext cx="4789867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26"/>
          <p:cNvSpPr txBox="1"/>
          <p:nvPr>
            <p:ph type="title"/>
          </p:nvPr>
        </p:nvSpPr>
        <p:spPr>
          <a:xfrm>
            <a:off x="888840" y="2339640"/>
            <a:ext cx="3500640" cy="24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0" lang="en-US" sz="6000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Networks</a:t>
            </a:r>
            <a:endParaRPr b="0" sz="6000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11" name="Google Shape;1111;p26"/>
          <p:cNvSpPr txBox="1"/>
          <p:nvPr>
            <p:ph idx="1" type="body"/>
          </p:nvPr>
        </p:nvSpPr>
        <p:spPr>
          <a:xfrm>
            <a:off x="5121000" y="1079280"/>
            <a:ext cx="626940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7500"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None: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 container not attached to any network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It will not be accessible outside even from other containers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12" name="Google Shape;1112;p26"/>
          <p:cNvSpPr txBox="1"/>
          <p:nvPr>
            <p:ph idx="1" type="body"/>
          </p:nvPr>
        </p:nvSpPr>
        <p:spPr>
          <a:xfrm>
            <a:off x="5031000" y="3054240"/>
            <a:ext cx="6271560" cy="23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4500" lnSpcReduction="10000"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overlay: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Create new internal private network that allow all containers to access each others.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 Swarm can create it.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 network create --driver overlay --subnet 10.0.9.0/24 name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ct val="110000"/>
              <a:buFont typeface="Arial"/>
              <a:buChar char="•"/>
            </a:pPr>
            <a:r>
              <a:rPr b="0" lang="en-US" sz="1600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Then attach the container or services to this network during creation	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13" name="Google Shape;1113;p26"/>
          <p:cNvPicPr preferRelativeResize="0"/>
          <p:nvPr/>
        </p:nvPicPr>
        <p:blipFill rotWithShape="1">
          <a:blip r:embed="rId3">
            <a:alphaModFix/>
          </a:blip>
          <a:srcRect b="18031" l="2337" r="38640" t="7128"/>
          <a:stretch/>
        </p:blipFill>
        <p:spPr>
          <a:xfrm>
            <a:off x="244226" y="803160"/>
            <a:ext cx="4789867" cy="5100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7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9" name="Google Shape;1119;p27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120" name="Google Shape;1120;p27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27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27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27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27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27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27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27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27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27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27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27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27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27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27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27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27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27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27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27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27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1" name="Google Shape;1141;p27"/>
          <p:cNvSpPr/>
          <p:nvPr/>
        </p:nvSpPr>
        <p:spPr>
          <a:xfrm>
            <a:off x="1914864" y="0"/>
            <a:ext cx="1026780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27"/>
          <p:cNvSpPr txBox="1"/>
          <p:nvPr>
            <p:ph idx="4294967295" type="title"/>
          </p:nvPr>
        </p:nvSpPr>
        <p:spPr>
          <a:xfrm>
            <a:off x="1923860" y="228995"/>
            <a:ext cx="62304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43" name="Google Shape;1143;p27"/>
          <p:cNvSpPr/>
          <p:nvPr/>
        </p:nvSpPr>
        <p:spPr>
          <a:xfrm rot="5400000">
            <a:off x="1721090" y="628145"/>
            <a:ext cx="300300" cy="258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27"/>
          <p:cNvSpPr txBox="1"/>
          <p:nvPr>
            <p:ph idx="4294967295" type="body"/>
          </p:nvPr>
        </p:nvSpPr>
        <p:spPr>
          <a:xfrm>
            <a:off x="2400250" y="1459000"/>
            <a:ext cx="10114200" cy="60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P1: Create your own nginx docker image based on ubuntu </a:t>
            </a:r>
            <a:r>
              <a:rPr b="0" i="0" lang="en-US" sz="14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“NEVER USE FROM nginx”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Create bridge network in subnet 182.0.0.0</a:t>
            </a:r>
            <a:endParaRPr b="0" i="0" sz="1200" u="none" cap="none" strike="noStrike">
              <a:solidFill>
                <a:srgbClr val="F81B02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Install nginx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Two index.html one as file and another as .tar "/var/www/html"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Start 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Port mapping</a:t>
            </a:r>
            <a:endParaRPr/>
          </a:p>
          <a:p>
            <a:pPr indent="-228600" lvl="1" marL="685800" marR="0" rtl="0" algn="l">
              <a:lnSpc>
                <a:spcPct val="120000"/>
              </a:lnSpc>
              <a:spcBef>
                <a:spcPts val="499"/>
              </a:spcBef>
              <a:spcAft>
                <a:spcPts val="0"/>
              </a:spcAft>
              <a:buClr>
                <a:srgbClr val="F81B02"/>
              </a:buClr>
              <a:buSzPts val="132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Docker push to your register on dockerhub</a:t>
            </a:r>
            <a:endParaRPr b="0" i="0" sz="12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P2: What is the rest of Docker Networks ? “Name and Definition”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P3: Create your bridge network, two containers from ubuntu image with different names and try to ping each other using </a:t>
            </a:r>
            <a:r>
              <a:rPr b="0" i="0" lang="en-US" sz="1400" u="none" cap="none" strike="noStrike">
                <a:solidFill>
                  <a:srgbClr val="F81B02"/>
                </a:solidFill>
                <a:latin typeface="Rockwell"/>
                <a:ea typeface="Rockwell"/>
                <a:cs typeface="Rockwell"/>
                <a:sym typeface="Rockwell"/>
              </a:rPr>
              <a:t>NAME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p28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0" name="Google Shape;1150;p28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151" name="Google Shape;1151;p28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8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28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28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28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28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28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28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28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28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28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28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28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28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28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28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28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28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28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28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28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2" name="Google Shape;1172;p28"/>
          <p:cNvSpPr/>
          <p:nvPr/>
        </p:nvSpPr>
        <p:spPr>
          <a:xfrm>
            <a:off x="1935726" y="0"/>
            <a:ext cx="1026780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28"/>
          <p:cNvSpPr txBox="1"/>
          <p:nvPr>
            <p:ph idx="4294967295" type="title"/>
          </p:nvPr>
        </p:nvSpPr>
        <p:spPr>
          <a:xfrm>
            <a:off x="2880360" y="841320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74" name="Google Shape;1174;p28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28"/>
          <p:cNvSpPr txBox="1"/>
          <p:nvPr>
            <p:ph idx="4294967295" type="body"/>
          </p:nvPr>
        </p:nvSpPr>
        <p:spPr>
          <a:xfrm>
            <a:off x="2868120" y="1779480"/>
            <a:ext cx="7955280" cy="42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1- create Dockerfile to create nginx , replace override index.html of nginx with content “ Hello ITI heros from Dockerfile”</a:t>
            </a:r>
            <a:endParaRPr/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2-repeate previous task without using NGINX as a base , use ubuntu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176" name="Google Shape;1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7240" y="2603500"/>
            <a:ext cx="3556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9322" y="2603500"/>
            <a:ext cx="34290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07150" y="3973750"/>
            <a:ext cx="3984676" cy="23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9" name="Google Shape;1179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22140" y="4091280"/>
            <a:ext cx="35814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9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5" name="Google Shape;1185;p29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186" name="Google Shape;1186;p29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29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29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29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29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29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29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29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29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29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29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29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29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29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29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29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29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29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29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29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29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7" name="Google Shape;1207;p29"/>
          <p:cNvSpPr/>
          <p:nvPr/>
        </p:nvSpPr>
        <p:spPr>
          <a:xfrm>
            <a:off x="1923840" y="0"/>
            <a:ext cx="1026792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9"/>
          <p:cNvSpPr txBox="1"/>
          <p:nvPr>
            <p:ph idx="4294967295" type="title"/>
          </p:nvPr>
        </p:nvSpPr>
        <p:spPr>
          <a:xfrm>
            <a:off x="2115180" y="872065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Lab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09" name="Google Shape;1209;p29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9"/>
          <p:cNvSpPr txBox="1"/>
          <p:nvPr>
            <p:ph idx="4294967295" type="body"/>
          </p:nvPr>
        </p:nvSpPr>
        <p:spPr>
          <a:xfrm>
            <a:off x="2248723" y="1777680"/>
            <a:ext cx="7955280" cy="4272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695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332"/>
              <a:buFont typeface="Arial"/>
              <a:buChar char="•"/>
            </a:pP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3- create cutom nginx image </a:t>
            </a:r>
            <a:r>
              <a:rPr b="0" i="0" lang="en-US" sz="1265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rPr>
              <a:t>“DON’T USE NGINX AS BASE” </a:t>
            </a: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with the following needs : </a:t>
            </a:r>
            <a:endParaRPr sz="1930"/>
          </a:p>
          <a:p>
            <a:pPr indent="-222695" lvl="1" marL="6858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332"/>
              <a:buFont typeface="Arial"/>
              <a:buChar char="•"/>
            </a:pP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Create Dockerfile with name </a:t>
            </a:r>
            <a:r>
              <a:rPr b="1" i="0" lang="en-US" sz="1265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Dockerfile9090</a:t>
            </a:r>
            <a:endParaRPr sz="1740"/>
          </a:p>
          <a:p>
            <a:pPr indent="-222695" lvl="1" marL="6858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332"/>
              <a:buFont typeface="Arial"/>
              <a:buChar char="•"/>
            </a:pP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Dockerfile will have the following steps :</a:t>
            </a:r>
            <a:endParaRPr sz="174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Use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alpine</a:t>
            </a: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 as your Base</a:t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Run following commands 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“ apk update</a:t>
            </a:r>
            <a:r>
              <a:rPr b="1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.     ,AND   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apk add nginx</a:t>
            </a:r>
            <a:r>
              <a:rPr b="1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”</a:t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Create Directory called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/data </a:t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1" i="0" lang="en-US" sz="117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Compress the file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index.html to index.html.tar.gz</a:t>
            </a:r>
            <a:endParaRPr b="1" i="0" sz="1170" u="none" cap="none" strike="noStrike">
              <a:solidFill>
                <a:schemeClr val="accent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Copy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index.html.tar.gz </a:t>
            </a: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file to </a:t>
            </a:r>
            <a:r>
              <a:rPr b="0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/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data</a:t>
            </a:r>
            <a:r>
              <a:rPr b="0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t/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Expose port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9090</a:t>
            </a: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 </a:t>
            </a:r>
            <a:endParaRPr sz="1550"/>
          </a:p>
          <a:p>
            <a:pPr indent="-228981" lvl="2" marL="11430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227"/>
              <a:buFont typeface="Arial"/>
              <a:buChar char="•"/>
            </a:pPr>
            <a:r>
              <a:rPr b="0" i="0" lang="en-US" sz="117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Use command to start the image     🡺 </a:t>
            </a:r>
            <a:r>
              <a:rPr b="1" i="0" lang="en-US" sz="117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nginx  -g  daemon off;</a:t>
            </a:r>
            <a:endParaRPr b="1" i="0" sz="1170" u="none" cap="none" strike="noStrike">
              <a:solidFill>
                <a:schemeClr val="accent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2695" lvl="1" marL="6858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332"/>
              <a:buFont typeface="Arial"/>
              <a:buChar char="•"/>
            </a:pP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Tag image with </a:t>
            </a:r>
            <a:r>
              <a:rPr b="1" i="0" lang="en-US" sz="1265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nginx9090</a:t>
            </a:r>
            <a:endParaRPr sz="1740"/>
          </a:p>
          <a:p>
            <a:pPr indent="-222695" lvl="1" marL="6858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332"/>
              <a:buFont typeface="Arial"/>
              <a:buChar char="•"/>
            </a:pPr>
            <a:r>
              <a:rPr b="0" i="0" lang="en-US" sz="1265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Image run container in background with name nginx-container-9090 and can listen from outside on port 8080</a:t>
            </a:r>
            <a:endParaRPr b="1" i="0" sz="1265" u="none" cap="none" strike="noStrike">
              <a:solidFill>
                <a:schemeClr val="accent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8144" lvl="1" marL="6858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732"/>
              <a:buFont typeface="Arial"/>
              <a:buNone/>
            </a:pPr>
            <a:r>
              <a:t/>
            </a:r>
            <a:endParaRPr b="1" i="0" sz="1265" u="none" cap="none" strike="noStrike">
              <a:solidFill>
                <a:schemeClr val="accent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8144" lvl="0" marL="2286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732"/>
              <a:buFont typeface="Arial"/>
              <a:buNone/>
            </a:pPr>
            <a:r>
              <a:t/>
            </a:r>
            <a:endParaRPr b="0" i="0" sz="1265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8144" lvl="0" marL="2286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732"/>
              <a:buFont typeface="Arial"/>
              <a:buNone/>
            </a:pPr>
            <a:r>
              <a:t/>
            </a:r>
            <a:endParaRPr b="0" i="0" sz="1265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8144" lvl="0" marL="2286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732"/>
              <a:buFont typeface="Arial"/>
              <a:buNone/>
            </a:pPr>
            <a:r>
              <a:t/>
            </a:r>
            <a:endParaRPr b="0" i="0" sz="1265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8144" lvl="0" marL="2286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732"/>
              <a:buFont typeface="Arial"/>
              <a:buNone/>
            </a:pPr>
            <a:r>
              <a:t/>
            </a:r>
            <a:endParaRPr b="0" i="0" sz="1265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0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16" name="Google Shape;1216;p30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217" name="Google Shape;1217;p30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30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30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30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30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30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30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30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30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30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30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30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30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30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30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0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0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0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30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30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30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8" name="Google Shape;1238;p30"/>
          <p:cNvSpPr/>
          <p:nvPr/>
        </p:nvSpPr>
        <p:spPr>
          <a:xfrm>
            <a:off x="1923840" y="0"/>
            <a:ext cx="1026792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9" name="Google Shape;1239;p30"/>
          <p:cNvSpPr txBox="1"/>
          <p:nvPr>
            <p:ph idx="4294967295" type="title"/>
          </p:nvPr>
        </p:nvSpPr>
        <p:spPr>
          <a:xfrm>
            <a:off x="1934100" y="808200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Rockwell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nginx-9090.conf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40" name="Google Shape;1240;p30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30"/>
          <p:cNvSpPr txBox="1"/>
          <p:nvPr>
            <p:ph idx="4294967295" type="body"/>
          </p:nvPr>
        </p:nvSpPr>
        <p:spPr>
          <a:xfrm>
            <a:off x="2248723" y="1777680"/>
            <a:ext cx="7955400" cy="4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081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13081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42" name="Google Shape;1242;p30"/>
          <p:cNvSpPr txBox="1"/>
          <p:nvPr/>
        </p:nvSpPr>
        <p:spPr>
          <a:xfrm>
            <a:off x="2060404" y="1743143"/>
            <a:ext cx="3504900" cy="246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server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listen 9090;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server_name example.com;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index index.html;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location /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   root /data;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	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30"/>
          <p:cNvSpPr txBox="1"/>
          <p:nvPr/>
        </p:nvSpPr>
        <p:spPr>
          <a:xfrm>
            <a:off x="7536305" y="3231907"/>
            <a:ext cx="3504971" cy="52322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&lt;p&gt; Hello , ITI heroes . This nginx listen on port 9090 &lt;/p&gt;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4" name="Google Shape;1244;p30"/>
          <p:cNvSpPr txBox="1"/>
          <p:nvPr/>
        </p:nvSpPr>
        <p:spPr>
          <a:xfrm>
            <a:off x="6946705" y="2143858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Rockwell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Index.html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31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0" name="Google Shape;1250;p31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251" name="Google Shape;1251;p31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1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1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1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1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1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1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1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1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1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31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31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31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31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31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31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31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31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31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31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31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2" name="Google Shape;1272;p31"/>
          <p:cNvSpPr/>
          <p:nvPr/>
        </p:nvSpPr>
        <p:spPr>
          <a:xfrm>
            <a:off x="1909680" y="-25560"/>
            <a:ext cx="1026792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3" name="Google Shape;1273;p31"/>
          <p:cNvSpPr txBox="1"/>
          <p:nvPr>
            <p:ph idx="4294967295" type="title"/>
          </p:nvPr>
        </p:nvSpPr>
        <p:spPr>
          <a:xfrm>
            <a:off x="2441218" y="454454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ockwel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Cat </a:t>
            </a:r>
            <a:r>
              <a:rPr b="1" i="0" lang="en-US" sz="1800" u="none" cap="none" strike="noStrike">
                <a:solidFill>
                  <a:schemeClr val="accent4"/>
                </a:solidFill>
                <a:latin typeface="Rockwell"/>
                <a:ea typeface="Rockwell"/>
                <a:cs typeface="Rockwell"/>
                <a:sym typeface="Rockwell"/>
              </a:rPr>
              <a:t>Dockerfile9090</a:t>
            </a:r>
            <a:endParaRPr b="0" i="0" sz="18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74" name="Google Shape;1274;p31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5" name="Google Shape;1275;p31"/>
          <p:cNvSpPr txBox="1"/>
          <p:nvPr>
            <p:ph idx="4294967295" type="body"/>
          </p:nvPr>
        </p:nvSpPr>
        <p:spPr>
          <a:xfrm>
            <a:off x="2615580" y="1069514"/>
            <a:ext cx="4224300" cy="3007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FROM alpine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RUN apk update &amp;&amp; apk add nginx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WORKDIR /data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ADD </a:t>
            </a:r>
            <a:r>
              <a:rPr b="1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index.html.tar.gz </a:t>
            </a: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/data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COPY nginx-9090.conf  /etc/nginx/http.d/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EXPOSE 9090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CMD ["nginx", "-g", "daemon off;"]</a:t>
            </a:r>
            <a:endParaRPr/>
          </a:p>
        </p:txBody>
      </p:sp>
      <p:sp>
        <p:nvSpPr>
          <p:cNvPr id="1276" name="Google Shape;1276;p31"/>
          <p:cNvSpPr txBox="1"/>
          <p:nvPr/>
        </p:nvSpPr>
        <p:spPr>
          <a:xfrm>
            <a:off x="2108070" y="4507693"/>
            <a:ext cx="10056420" cy="875387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 tar -czvf index.html.tar.gz index.html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 docker build -t nginx9090 -f Dockerfile.9090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$ docker run -d -p 8080:9090 --name nginx-container nginx9090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32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82" name="Google Shape;1282;p32"/>
          <p:cNvSpPr txBox="1"/>
          <p:nvPr>
            <p:ph idx="1" type="sub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3" name="Google Shape;128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6114140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33"/>
          <p:cNvSpPr txBox="1"/>
          <p:nvPr>
            <p:ph type="title"/>
          </p:nvPr>
        </p:nvSpPr>
        <p:spPr>
          <a:xfrm>
            <a:off x="888480" y="2350080"/>
            <a:ext cx="35010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90" name="Google Shape;1290;p33"/>
          <p:cNvSpPr txBox="1"/>
          <p:nvPr>
            <p:ph idx="1" type="subTitle"/>
          </p:nvPr>
        </p:nvSpPr>
        <p:spPr>
          <a:xfrm>
            <a:off x="888480" y="2350080"/>
            <a:ext cx="35010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1" name="Google Shape;129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"/>
            <a:ext cx="1219200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82150" y="6475330"/>
            <a:ext cx="2109849" cy="382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34"/>
          <p:cNvSpPr/>
          <p:nvPr/>
        </p:nvSpPr>
        <p:spPr>
          <a:xfrm>
            <a:off x="0" y="0"/>
            <a:ext cx="1219170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8" name="Google Shape;1298;p34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299" name="Google Shape;1299;p34"/>
            <p:cNvSpPr/>
            <p:nvPr/>
          </p:nvSpPr>
          <p:spPr>
            <a:xfrm>
              <a:off x="1306440" y="0"/>
              <a:ext cx="3862079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34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1" name="Google Shape;1301;p34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34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34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34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4"/>
            <p:cNvSpPr/>
            <p:nvPr/>
          </p:nvSpPr>
          <p:spPr>
            <a:xfrm>
              <a:off x="1001880" y="0"/>
              <a:ext cx="3620879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4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7" name="Google Shape;1307;p34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8" name="Google Shape;1308;p34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4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4"/>
            <p:cNvSpPr/>
            <p:nvPr/>
          </p:nvSpPr>
          <p:spPr>
            <a:xfrm>
              <a:off x="888840" y="0"/>
              <a:ext cx="3230281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4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4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34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34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34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34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34"/>
            <p:cNvSpPr/>
            <p:nvPr/>
          </p:nvSpPr>
          <p:spPr>
            <a:xfrm>
              <a:off x="14400" y="9360"/>
              <a:ext cx="1771200" cy="3198601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4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4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0" name="Google Shape;1320;p34"/>
          <p:cNvSpPr/>
          <p:nvPr/>
        </p:nvSpPr>
        <p:spPr>
          <a:xfrm>
            <a:off x="1923840" y="0"/>
            <a:ext cx="1026780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1" name="Google Shape;1321;p34"/>
          <p:cNvSpPr txBox="1"/>
          <p:nvPr>
            <p:ph idx="4294967295" type="title"/>
          </p:nvPr>
        </p:nvSpPr>
        <p:spPr>
          <a:xfrm>
            <a:off x="2880360" y="841320"/>
            <a:ext cx="6230400" cy="12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F81B02"/>
                </a:solidFill>
                <a:latin typeface="Calibri"/>
                <a:ea typeface="Calibri"/>
                <a:cs typeface="Calibri"/>
                <a:sym typeface="Calibri"/>
              </a:rPr>
              <a:t>Install Docker-compose</a:t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22" name="Google Shape;1322;p34"/>
          <p:cNvSpPr/>
          <p:nvPr/>
        </p:nvSpPr>
        <p:spPr>
          <a:xfrm rot="5400000">
            <a:off x="1798140" y="954720"/>
            <a:ext cx="300300" cy="258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3" name="Google Shape;1323;p34"/>
          <p:cNvSpPr txBox="1"/>
          <p:nvPr>
            <p:ph idx="4294967295" type="body"/>
          </p:nvPr>
        </p:nvSpPr>
        <p:spPr>
          <a:xfrm>
            <a:off x="2868120" y="1779480"/>
            <a:ext cx="7955400" cy="42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Go to link </a:t>
            </a:r>
            <a:r>
              <a:rPr b="0" i="0" lang="en-US" sz="1400" u="sng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https://docs.docker.com/compose/install/linux/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-228600" lvl="0" marL="228600" marR="0" rtl="0" algn="l">
              <a:lnSpc>
                <a:spcPct val="120000"/>
              </a:lnSpc>
              <a:spcBef>
                <a:spcPts val="1001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Install dockercompose</a:t>
            </a:r>
            <a:endParaRPr b="0" i="0" sz="14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35"/>
          <p:cNvSpPr txBox="1"/>
          <p:nvPr>
            <p:ph type="title"/>
          </p:nvPr>
        </p:nvSpPr>
        <p:spPr>
          <a:xfrm>
            <a:off x="888480" y="2350080"/>
            <a:ext cx="35010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9" name="Google Shape;1329;p35"/>
          <p:cNvSpPr txBox="1"/>
          <p:nvPr>
            <p:ph idx="1" type="subTitle"/>
          </p:nvPr>
        </p:nvSpPr>
        <p:spPr>
          <a:xfrm>
            <a:off x="888480" y="2350080"/>
            <a:ext cx="3501000" cy="24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0" name="Google Shape;1330;p35"/>
          <p:cNvSpPr txBox="1"/>
          <p:nvPr/>
        </p:nvSpPr>
        <p:spPr>
          <a:xfrm>
            <a:off x="7422078" y="0"/>
            <a:ext cx="4770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 example of creating 2 containers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container is webserver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nginx server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container is Mysqldb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Run mysql db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build use 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$docker compose 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1" name="Google Shape;133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00" y="329096"/>
            <a:ext cx="4959524" cy="608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35"/>
          <p:cNvSpPr txBox="1"/>
          <p:nvPr/>
        </p:nvSpPr>
        <p:spPr>
          <a:xfrm>
            <a:off x="324592" y="30007"/>
            <a:ext cx="3492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Docker-compose.yml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36"/>
          <p:cNvSpPr/>
          <p:nvPr/>
        </p:nvSpPr>
        <p:spPr>
          <a:xfrm>
            <a:off x="0" y="0"/>
            <a:ext cx="12191760" cy="68688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8" name="Google Shape;1338;p36"/>
          <p:cNvGrpSpPr/>
          <p:nvPr/>
        </p:nvGrpSpPr>
        <p:grpSpPr>
          <a:xfrm>
            <a:off x="-417600" y="0"/>
            <a:ext cx="12583800" cy="6852960"/>
            <a:chOff x="-417600" y="0"/>
            <a:chExt cx="12583800" cy="6852960"/>
          </a:xfrm>
        </p:grpSpPr>
        <p:sp>
          <p:nvSpPr>
            <p:cNvPr id="1339" name="Google Shape;1339;p36"/>
            <p:cNvSpPr/>
            <p:nvPr/>
          </p:nvSpPr>
          <p:spPr>
            <a:xfrm>
              <a:off x="1306440" y="0"/>
              <a:ext cx="3862080" cy="6843240"/>
            </a:xfrm>
            <a:custGeom>
              <a:rect b="b" l="l" r="r" t="t"/>
              <a:pathLst>
                <a:path extrusionOk="0" h="1440" w="813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36"/>
            <p:cNvSpPr/>
            <p:nvPr/>
          </p:nvSpPr>
          <p:spPr>
            <a:xfrm>
              <a:off x="10626840" y="9360"/>
              <a:ext cx="1539360" cy="555120"/>
            </a:xfrm>
            <a:custGeom>
              <a:rect b="b" l="l" r="r" t="t"/>
              <a:pathLst>
                <a:path extrusionOk="0" h="117" w="324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36"/>
            <p:cNvSpPr/>
            <p:nvPr/>
          </p:nvSpPr>
          <p:spPr>
            <a:xfrm>
              <a:off x="10247400" y="5013360"/>
              <a:ext cx="1918800" cy="1829880"/>
            </a:xfrm>
            <a:custGeom>
              <a:rect b="b" l="l" r="r" t="t"/>
              <a:pathLst>
                <a:path extrusionOk="0" h="385" w="404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36"/>
            <p:cNvSpPr/>
            <p:nvPr/>
          </p:nvSpPr>
          <p:spPr>
            <a:xfrm>
              <a:off x="1120680" y="0"/>
              <a:ext cx="3676320" cy="6843240"/>
            </a:xfrm>
            <a:custGeom>
              <a:rect b="b" l="l" r="r" t="t"/>
              <a:pathLst>
                <a:path extrusionOk="0" h="1440" w="774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36"/>
            <p:cNvSpPr/>
            <p:nvPr/>
          </p:nvSpPr>
          <p:spPr>
            <a:xfrm>
              <a:off x="11202840" y="9360"/>
              <a:ext cx="963360" cy="366480"/>
            </a:xfrm>
            <a:custGeom>
              <a:rect b="b" l="l" r="r" t="t"/>
              <a:pathLst>
                <a:path extrusionOk="0" h="77" w="203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36"/>
            <p:cNvSpPr/>
            <p:nvPr/>
          </p:nvSpPr>
          <p:spPr>
            <a:xfrm>
              <a:off x="10495080" y="5275440"/>
              <a:ext cx="1666440" cy="1577520"/>
            </a:xfrm>
            <a:custGeom>
              <a:rect b="b" l="l" r="r" t="t"/>
              <a:pathLst>
                <a:path extrusionOk="0" h="332" w="351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36"/>
            <p:cNvSpPr/>
            <p:nvPr/>
          </p:nvSpPr>
          <p:spPr>
            <a:xfrm>
              <a:off x="1001880" y="0"/>
              <a:ext cx="3620880" cy="6843240"/>
            </a:xfrm>
            <a:custGeom>
              <a:rect b="b" l="l" r="r" t="t"/>
              <a:pathLst>
                <a:path extrusionOk="0" h="1440" w="762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36"/>
            <p:cNvSpPr/>
            <p:nvPr/>
          </p:nvSpPr>
          <p:spPr>
            <a:xfrm>
              <a:off x="11501280" y="9360"/>
              <a:ext cx="664920" cy="256680"/>
            </a:xfrm>
            <a:custGeom>
              <a:rect b="b" l="l" r="r" t="t"/>
              <a:pathLst>
                <a:path extrusionOk="0" h="54" w="14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36"/>
            <p:cNvSpPr/>
            <p:nvPr/>
          </p:nvSpPr>
          <p:spPr>
            <a:xfrm>
              <a:off x="10640880" y="5408640"/>
              <a:ext cx="1525320" cy="1434600"/>
            </a:xfrm>
            <a:custGeom>
              <a:rect b="b" l="l" r="r" t="t"/>
              <a:pathLst>
                <a:path extrusionOk="0" h="302" w="321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36"/>
            <p:cNvSpPr/>
            <p:nvPr/>
          </p:nvSpPr>
          <p:spPr>
            <a:xfrm>
              <a:off x="1001880" y="0"/>
              <a:ext cx="3244320" cy="6843240"/>
            </a:xfrm>
            <a:custGeom>
              <a:rect b="b" l="l" r="r" t="t"/>
              <a:pathLst>
                <a:path extrusionOk="0" h="1440" w="683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36"/>
            <p:cNvSpPr/>
            <p:nvPr/>
          </p:nvSpPr>
          <p:spPr>
            <a:xfrm>
              <a:off x="10802880" y="5518080"/>
              <a:ext cx="1363320" cy="1325160"/>
            </a:xfrm>
            <a:custGeom>
              <a:rect b="b" l="l" r="r" t="t"/>
              <a:pathLst>
                <a:path extrusionOk="0" h="279" w="287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36"/>
            <p:cNvSpPr/>
            <p:nvPr/>
          </p:nvSpPr>
          <p:spPr>
            <a:xfrm>
              <a:off x="888840" y="0"/>
              <a:ext cx="3230280" cy="6843240"/>
            </a:xfrm>
            <a:custGeom>
              <a:rect b="b" l="l" r="r" t="t"/>
              <a:pathLst>
                <a:path extrusionOk="0" h="1440" w="68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36"/>
            <p:cNvSpPr/>
            <p:nvPr/>
          </p:nvSpPr>
          <p:spPr>
            <a:xfrm>
              <a:off x="10979280" y="5694480"/>
              <a:ext cx="1186920" cy="1149120"/>
            </a:xfrm>
            <a:custGeom>
              <a:rect b="b" l="l" r="r" t="t"/>
              <a:pathLst>
                <a:path extrusionOk="0" h="242" w="25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36"/>
            <p:cNvSpPr/>
            <p:nvPr/>
          </p:nvSpPr>
          <p:spPr>
            <a:xfrm>
              <a:off x="484200" y="0"/>
              <a:ext cx="3420720" cy="6843240"/>
            </a:xfrm>
            <a:custGeom>
              <a:rect b="b" l="l" r="r" t="t"/>
              <a:pathLst>
                <a:path extrusionOk="0" h="1440" w="72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36"/>
            <p:cNvSpPr/>
            <p:nvPr/>
          </p:nvSpPr>
          <p:spPr>
            <a:xfrm>
              <a:off x="11287080" y="6049800"/>
              <a:ext cx="879120" cy="793440"/>
            </a:xfrm>
            <a:custGeom>
              <a:rect b="b" l="l" r="r" t="t"/>
              <a:pathLst>
                <a:path extrusionOk="0" h="167" w="185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6"/>
            <p:cNvSpPr/>
            <p:nvPr/>
          </p:nvSpPr>
          <p:spPr>
            <a:xfrm>
              <a:off x="598320" y="0"/>
              <a:ext cx="2717280" cy="6843240"/>
            </a:xfrm>
            <a:custGeom>
              <a:rect b="b" l="l" r="r" t="t"/>
              <a:pathLst>
                <a:path extrusionOk="0" h="1440" w="572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6"/>
            <p:cNvSpPr/>
            <p:nvPr/>
          </p:nvSpPr>
          <p:spPr>
            <a:xfrm>
              <a:off x="262080" y="0"/>
              <a:ext cx="2944440" cy="6843240"/>
            </a:xfrm>
            <a:custGeom>
              <a:rect b="b" l="l" r="r" t="t"/>
              <a:pathLst>
                <a:path extrusionOk="0" h="1440" w="62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lg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6"/>
            <p:cNvSpPr/>
            <p:nvPr/>
          </p:nvSpPr>
          <p:spPr>
            <a:xfrm>
              <a:off x="-417600" y="0"/>
              <a:ext cx="2403000" cy="6843240"/>
            </a:xfrm>
            <a:custGeom>
              <a:rect b="b" l="l" r="r" t="t"/>
              <a:pathLst>
                <a:path extrusionOk="0" h="1440" w="506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36"/>
            <p:cNvSpPr/>
            <p:nvPr/>
          </p:nvSpPr>
          <p:spPr>
            <a:xfrm>
              <a:off x="14400" y="9360"/>
              <a:ext cx="1771200" cy="3198600"/>
            </a:xfrm>
            <a:custGeom>
              <a:rect b="b" l="l" r="r" t="t"/>
              <a:pathLst>
                <a:path extrusionOk="0" h="673" w="3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36"/>
            <p:cNvSpPr/>
            <p:nvPr/>
          </p:nvSpPr>
          <p:spPr>
            <a:xfrm>
              <a:off x="4680" y="6016680"/>
              <a:ext cx="213840" cy="826560"/>
            </a:xfrm>
            <a:custGeom>
              <a:rect b="b" l="l" r="r" t="t"/>
              <a:pathLst>
                <a:path extrusionOk="0" h="174" w="45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36"/>
            <p:cNvSpPr/>
            <p:nvPr/>
          </p:nvSpPr>
          <p:spPr>
            <a:xfrm>
              <a:off x="14400" y="0"/>
              <a:ext cx="1561680" cy="2228400"/>
            </a:xfrm>
            <a:custGeom>
              <a:rect b="b" l="l" r="r" t="t"/>
              <a:pathLst>
                <a:path extrusionOk="0" h="469" w="32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0" name="Google Shape;1360;p36"/>
          <p:cNvSpPr/>
          <p:nvPr/>
        </p:nvSpPr>
        <p:spPr>
          <a:xfrm>
            <a:off x="1923840" y="0"/>
            <a:ext cx="10267920" cy="6868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36"/>
          <p:cNvSpPr txBox="1"/>
          <p:nvPr>
            <p:ph idx="4294967295" type="title"/>
          </p:nvPr>
        </p:nvSpPr>
        <p:spPr>
          <a:xfrm>
            <a:off x="2880360" y="841320"/>
            <a:ext cx="6230520" cy="123012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228600" spcFirstLastPara="1" rIns="228600" wrap="square" tIns="228600">
            <a:norm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362" name="Google Shape;1362;p36"/>
          <p:cNvSpPr/>
          <p:nvPr/>
        </p:nvSpPr>
        <p:spPr>
          <a:xfrm rot="5400000">
            <a:off x="1798200" y="954720"/>
            <a:ext cx="300240" cy="25884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36"/>
          <p:cNvSpPr txBox="1"/>
          <p:nvPr>
            <p:ph idx="4294967295" type="body"/>
          </p:nvPr>
        </p:nvSpPr>
        <p:spPr>
          <a:xfrm>
            <a:off x="2602800" y="3738983"/>
            <a:ext cx="8220600" cy="677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1B02"/>
              </a:buClr>
              <a:buSzPts val="154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Rockwell"/>
                <a:ea typeface="Rockwell"/>
                <a:cs typeface="Rockwell"/>
                <a:sym typeface="Rockwell"/>
              </a:rPr>
              <a:t>You canuse dockerfile to build your application as above  </a:t>
            </a:r>
            <a:endParaRPr/>
          </a:p>
        </p:txBody>
      </p:sp>
      <p:pic>
        <p:nvPicPr>
          <p:cNvPr id="1364" name="Google Shape;13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1333" y="792346"/>
            <a:ext cx="9099934" cy="235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37"/>
          <p:cNvGrpSpPr/>
          <p:nvPr/>
        </p:nvGrpSpPr>
        <p:grpSpPr>
          <a:xfrm>
            <a:off x="-329760" y="-59400"/>
            <a:ext cx="12515760" cy="6923520"/>
            <a:chOff x="-329760" y="-59400"/>
            <a:chExt cx="12515760" cy="6923520"/>
          </a:xfrm>
        </p:grpSpPr>
        <p:sp>
          <p:nvSpPr>
            <p:cNvPr id="1370" name="Google Shape;1370;p37"/>
            <p:cNvSpPr/>
            <p:nvPr/>
          </p:nvSpPr>
          <p:spPr>
            <a:xfrm>
              <a:off x="-329760" y="1290960"/>
              <a:ext cx="9702360" cy="5573160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670320" y="2010600"/>
              <a:ext cx="7373520" cy="4848480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251280" y="1780920"/>
              <a:ext cx="8035560" cy="5083200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-1080" y="542520"/>
              <a:ext cx="10334160" cy="6321600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3600" y="6178680"/>
              <a:ext cx="504360" cy="681120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-1080" y="-59400"/>
              <a:ext cx="11091600" cy="6923520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5426640" y="-1800"/>
              <a:ext cx="5787720" cy="6846840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-1080" y="-1800"/>
              <a:ext cx="1056960" cy="614160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5821920" y="-1800"/>
              <a:ext cx="5587560" cy="6865920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3600" y="-6840"/>
              <a:ext cx="595080" cy="352440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6012360" y="-1800"/>
              <a:ext cx="5497200" cy="6865920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-1080" y="-1800"/>
              <a:ext cx="356760" cy="213480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rgbClr val="000000">
                  <a:alpha val="20000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6210720" y="-6840"/>
              <a:ext cx="5522400" cy="6870600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6463080" y="-1800"/>
              <a:ext cx="5412960" cy="6865920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6877440" y="-1800"/>
              <a:ext cx="5036760" cy="686124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8768160" y="-1800"/>
              <a:ext cx="3417480" cy="2741760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9235080" y="2880"/>
              <a:ext cx="2950920" cy="2554920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10020960" y="-1800"/>
              <a:ext cx="2165040" cy="1357920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11290680" y="-1800"/>
              <a:ext cx="894960" cy="534240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rgbClr val="000000">
                  <a:alpha val="20000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9" name="Google Shape;1389;p37"/>
          <p:cNvGrpSpPr/>
          <p:nvPr/>
        </p:nvGrpSpPr>
        <p:grpSpPr>
          <a:xfrm>
            <a:off x="1669320" y="1186560"/>
            <a:ext cx="8848080" cy="4477680"/>
            <a:chOff x="1669320" y="1186560"/>
            <a:chExt cx="8848080" cy="4477680"/>
          </a:xfrm>
        </p:grpSpPr>
        <p:sp>
          <p:nvSpPr>
            <p:cNvPr id="1390" name="Google Shape;1390;p37"/>
            <p:cNvSpPr/>
            <p:nvPr/>
          </p:nvSpPr>
          <p:spPr>
            <a:xfrm>
              <a:off x="1674000" y="1186560"/>
              <a:ext cx="8843400" cy="7156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37"/>
            <p:cNvSpPr/>
            <p:nvPr/>
          </p:nvSpPr>
          <p:spPr>
            <a:xfrm rot="10800000">
              <a:off x="5892840" y="5313600"/>
              <a:ext cx="406800" cy="35064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1669320" y="1991160"/>
              <a:ext cx="8845200" cy="33217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93" name="Google Shape;1393;p37"/>
          <p:cNvSpPr/>
          <p:nvPr/>
        </p:nvSpPr>
        <p:spPr>
          <a:xfrm>
            <a:off x="0" y="0"/>
            <a:ext cx="12192840" cy="68688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4" name="Google Shape;1394;p37"/>
          <p:cNvGrpSpPr/>
          <p:nvPr/>
        </p:nvGrpSpPr>
        <p:grpSpPr>
          <a:xfrm>
            <a:off x="-329760" y="-59400"/>
            <a:ext cx="12515760" cy="6923520"/>
            <a:chOff x="-329760" y="-59400"/>
            <a:chExt cx="12515760" cy="6923520"/>
          </a:xfrm>
        </p:grpSpPr>
        <p:sp>
          <p:nvSpPr>
            <p:cNvPr id="1395" name="Google Shape;1395;p37"/>
            <p:cNvSpPr/>
            <p:nvPr/>
          </p:nvSpPr>
          <p:spPr>
            <a:xfrm>
              <a:off x="-329760" y="1290960"/>
              <a:ext cx="9702360" cy="5573160"/>
            </a:xfrm>
            <a:custGeom>
              <a:rect b="b" l="l" r="r" t="t"/>
              <a:pathLst>
                <a:path extrusionOk="0" h="1169" w="2038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670320" y="2010600"/>
              <a:ext cx="7373520" cy="4848480"/>
            </a:xfrm>
            <a:custGeom>
              <a:rect b="b" l="l" r="r" t="t"/>
              <a:pathLst>
                <a:path extrusionOk="0" h="1017" w="1549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251280" y="1780920"/>
              <a:ext cx="8035560" cy="5083200"/>
            </a:xfrm>
            <a:custGeom>
              <a:rect b="b" l="l" r="r" t="t"/>
              <a:pathLst>
                <a:path extrusionOk="0" h="1066" w="1688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-1080" y="542520"/>
              <a:ext cx="10334160" cy="6321600"/>
            </a:xfrm>
            <a:custGeom>
              <a:rect b="b" l="l" r="r" t="t"/>
              <a:pathLst>
                <a:path extrusionOk="0" h="1326" w="2171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3600" y="6178680"/>
              <a:ext cx="504360" cy="681120"/>
            </a:xfrm>
            <a:custGeom>
              <a:rect b="b" l="l" r="r" t="t"/>
              <a:pathLst>
                <a:path extrusionOk="0" h="143" w="106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-1080" y="-59400"/>
              <a:ext cx="11091600" cy="6923520"/>
            </a:xfrm>
            <a:custGeom>
              <a:rect b="b" l="l" r="r" t="t"/>
              <a:pathLst>
                <a:path extrusionOk="0" h="1452" w="233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5426640" y="-1800"/>
              <a:ext cx="5787720" cy="6846840"/>
            </a:xfrm>
            <a:custGeom>
              <a:rect b="b" l="l" r="r" t="t"/>
              <a:pathLst>
                <a:path extrusionOk="0" h="1436" w="121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-1080" y="-1800"/>
              <a:ext cx="1056960" cy="614160"/>
            </a:xfrm>
            <a:custGeom>
              <a:rect b="b" l="l" r="r" t="t"/>
              <a:pathLst>
                <a:path extrusionOk="0" h="129" w="222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5821920" y="-1800"/>
              <a:ext cx="5587560" cy="6865920"/>
            </a:xfrm>
            <a:custGeom>
              <a:rect b="b" l="l" r="r" t="t"/>
              <a:pathLst>
                <a:path extrusionOk="0" h="1440" w="1174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3600" y="-6840"/>
              <a:ext cx="595080" cy="352440"/>
            </a:xfrm>
            <a:custGeom>
              <a:rect b="b" l="l" r="r" t="t"/>
              <a:pathLst>
                <a:path extrusionOk="0" h="74" w="125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37"/>
            <p:cNvSpPr/>
            <p:nvPr/>
          </p:nvSpPr>
          <p:spPr>
            <a:xfrm>
              <a:off x="6012360" y="-1800"/>
              <a:ext cx="5497200" cy="6865920"/>
            </a:xfrm>
            <a:custGeom>
              <a:rect b="b" l="l" r="r" t="t"/>
              <a:pathLst>
                <a:path extrusionOk="0" h="1440" w="1155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37"/>
            <p:cNvSpPr/>
            <p:nvPr/>
          </p:nvSpPr>
          <p:spPr>
            <a:xfrm>
              <a:off x="-1080" y="-1800"/>
              <a:ext cx="356760" cy="213480"/>
            </a:xfrm>
            <a:custGeom>
              <a:rect b="b" l="l" r="r" t="t"/>
              <a:pathLst>
                <a:path extrusionOk="0" h="45" w="7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cap="flat" cmpd="sng" w="12700">
              <a:solidFill>
                <a:srgbClr val="FFFFFF">
                  <a:alpha val="34902"/>
                </a:srgbClr>
              </a:solidFill>
              <a:prstDash val="dashDot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37"/>
            <p:cNvSpPr/>
            <p:nvPr/>
          </p:nvSpPr>
          <p:spPr>
            <a:xfrm>
              <a:off x="6210720" y="-6840"/>
              <a:ext cx="5522400" cy="6870600"/>
            </a:xfrm>
            <a:custGeom>
              <a:rect b="b" l="l" r="r" t="t"/>
              <a:pathLst>
                <a:path extrusionOk="0" h="1441" w="116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37"/>
            <p:cNvSpPr/>
            <p:nvPr/>
          </p:nvSpPr>
          <p:spPr>
            <a:xfrm>
              <a:off x="6463080" y="-1800"/>
              <a:ext cx="5412960" cy="6865920"/>
            </a:xfrm>
            <a:custGeom>
              <a:rect b="b" l="l" r="r" t="t"/>
              <a:pathLst>
                <a:path extrusionOk="0" h="1440" w="1137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6877440" y="-1800"/>
              <a:ext cx="5036760" cy="6861240"/>
            </a:xfrm>
            <a:custGeom>
              <a:rect b="b" l="l" r="r" t="t"/>
              <a:pathLst>
                <a:path extrusionOk="0" h="1439" w="1058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8768160" y="-1800"/>
              <a:ext cx="3417480" cy="2741760"/>
            </a:xfrm>
            <a:custGeom>
              <a:rect b="b" l="l" r="r" t="t"/>
              <a:pathLst>
                <a:path extrusionOk="0" h="575" w="718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9235080" y="2880"/>
              <a:ext cx="2950920" cy="2554920"/>
            </a:xfrm>
            <a:custGeom>
              <a:rect b="b" l="l" r="r" t="t"/>
              <a:pathLst>
                <a:path extrusionOk="0" h="536" w="62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10020960" y="-1800"/>
              <a:ext cx="2165040" cy="1357920"/>
            </a:xfrm>
            <a:custGeom>
              <a:rect b="b" l="l" r="r" t="t"/>
              <a:pathLst>
                <a:path extrusionOk="0" h="285" w="45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dash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11290680" y="-1800"/>
              <a:ext cx="894960" cy="534240"/>
            </a:xfrm>
            <a:custGeom>
              <a:rect b="b" l="l" r="r" t="t"/>
              <a:pathLst>
                <a:path extrusionOk="0" h="112" w="188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cap="flat" cmpd="sng" w="9525">
              <a:solidFill>
                <a:srgbClr val="FFFFFF">
                  <a:alpha val="34902"/>
                </a:srgbClr>
              </a:solidFill>
              <a:prstDash val="solid"/>
              <a:miter lim="8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4" name="Google Shape;1414;p37"/>
          <p:cNvSpPr/>
          <p:nvPr/>
        </p:nvSpPr>
        <p:spPr>
          <a:xfrm>
            <a:off x="0" y="0"/>
            <a:ext cx="12191760" cy="5058720"/>
          </a:xfrm>
          <a:custGeom>
            <a:rect b="b" l="l" r="r" t="t"/>
            <a:pathLst>
              <a:path extrusionOk="0" h="5058957" w="12192000">
                <a:moveTo>
                  <a:pt x="0" y="0"/>
                </a:moveTo>
                <a:lnTo>
                  <a:pt x="12192000" y="0"/>
                </a:lnTo>
                <a:lnTo>
                  <a:pt x="12192000" y="259692"/>
                </a:lnTo>
                <a:lnTo>
                  <a:pt x="12192000" y="3542069"/>
                </a:lnTo>
                <a:lnTo>
                  <a:pt x="12192000" y="3734194"/>
                </a:lnTo>
                <a:lnTo>
                  <a:pt x="12192000" y="4710012"/>
                </a:lnTo>
                <a:lnTo>
                  <a:pt x="12113803" y="4718295"/>
                </a:lnTo>
                <a:cubicBezTo>
                  <a:pt x="10139508" y="4916244"/>
                  <a:pt x="8237152" y="5009247"/>
                  <a:pt x="6753597" y="5041852"/>
                </a:cubicBezTo>
                <a:cubicBezTo>
                  <a:pt x="4940362" y="5081701"/>
                  <a:pt x="2657278" y="5062371"/>
                  <a:pt x="400746" y="4870509"/>
                </a:cubicBezTo>
                <a:lnTo>
                  <a:pt x="0" y="4833533"/>
                </a:lnTo>
                <a:lnTo>
                  <a:pt x="0" y="3734194"/>
                </a:lnTo>
                <a:lnTo>
                  <a:pt x="0" y="3542069"/>
                </a:lnTo>
                <a:lnTo>
                  <a:pt x="0" y="25969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37"/>
          <p:cNvSpPr txBox="1"/>
          <p:nvPr>
            <p:ph type="title"/>
          </p:nvPr>
        </p:nvSpPr>
        <p:spPr>
          <a:xfrm>
            <a:off x="1756080" y="1286280"/>
            <a:ext cx="8679600" cy="317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28600" spcFirstLastPara="1" rIns="228600" wrap="square" tIns="2286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lang="en-US" sz="6000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sz="6000" strike="noStrike">
              <a:solidFill>
                <a:srgbClr val="000000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pic>
        <p:nvPicPr>
          <p:cNvPr id="1416" name="Google Shape;141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86880" cy="685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7" name="Google Shape;141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6470400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38"/>
          <p:cNvSpPr txBox="1"/>
          <p:nvPr>
            <p:ph type="title"/>
          </p:nvPr>
        </p:nvSpPr>
        <p:spPr>
          <a:xfrm>
            <a:off x="888480" y="2350080"/>
            <a:ext cx="3501000" cy="245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423" name="Google Shape;142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06000" y="6438900"/>
            <a:ext cx="228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Atlas">
  <a:themeElements>
    <a:clrScheme name="Atlas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2021-12-05T23:10:47Z</dcterms:created>
  <dc:creator>Morsy, AbdElRehim, Vodafone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Atlas:8</vt:lpwstr>
  </property>
  <property fmtid="{D5CDD505-2E9C-101B-9397-08002B2CF9AE}" pid="3" name="ClassificationContentMarkingFooterText">
    <vt:lpwstr>C2 General</vt:lpwstr>
  </property>
  <property fmtid="{D5CDD505-2E9C-101B-9397-08002B2CF9AE}" pid="4" name="MSIP_Label_0359f705-2ba0-454b-9cfc-6ce5bcaac040_ActionId">
    <vt:lpwstr>6d7d31ec-a9bc-4702-a870-1d7bb8fe5eff</vt:lpwstr>
  </property>
  <property fmtid="{D5CDD505-2E9C-101B-9397-08002B2CF9AE}" pid="5" name="MSIP_Label_0359f705-2ba0-454b-9cfc-6ce5bcaac040_ContentBits">
    <vt:lpwstr>2</vt:lpwstr>
  </property>
  <property fmtid="{D5CDD505-2E9C-101B-9397-08002B2CF9AE}" pid="6" name="MSIP_Label_0359f705-2ba0-454b-9cfc-6ce5bcaac040_Enabled">
    <vt:lpwstr>true</vt:lpwstr>
  </property>
  <property fmtid="{D5CDD505-2E9C-101B-9397-08002B2CF9AE}" pid="7" name="MSIP_Label_0359f705-2ba0-454b-9cfc-6ce5bcaac040_Method">
    <vt:lpwstr>Standard</vt:lpwstr>
  </property>
  <property fmtid="{D5CDD505-2E9C-101B-9397-08002B2CF9AE}" pid="8" name="MSIP_Label_0359f705-2ba0-454b-9cfc-6ce5bcaac040_Name">
    <vt:lpwstr>0359f705-2ba0-454b-9cfc-6ce5bcaac040</vt:lpwstr>
  </property>
  <property fmtid="{D5CDD505-2E9C-101B-9397-08002B2CF9AE}" pid="9" name="MSIP_Label_0359f705-2ba0-454b-9cfc-6ce5bcaac040_SetDate">
    <vt:lpwstr>2021-12-05T23:10:47Z</vt:lpwstr>
  </property>
  <property fmtid="{D5CDD505-2E9C-101B-9397-08002B2CF9AE}" pid="10" name="MSIP_Label_0359f705-2ba0-454b-9cfc-6ce5bcaac040_SiteId">
    <vt:lpwstr>68283f3b-8487-4c86-adb3-a5228f18b893</vt:lpwstr>
  </property>
  <property fmtid="{D5CDD505-2E9C-101B-9397-08002B2CF9AE}" pid="11" name="PresentationFormat">
    <vt:lpwstr>Widescreen</vt:lpwstr>
  </property>
  <property fmtid="{D5CDD505-2E9C-101B-9397-08002B2CF9AE}" pid="12" name="Slides">
    <vt:i4>18</vt:i4>
  </property>
</Properties>
</file>