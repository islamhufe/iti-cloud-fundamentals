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8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6" r:id="rId9"/>
    <p:sldId id="285" r:id="rId10"/>
    <p:sldId id="284" r:id="rId11"/>
    <p:sldId id="283" r:id="rId12"/>
    <p:sldId id="282" r:id="rId13"/>
    <p:sldId id="287" r:id="rId14"/>
    <p:sldId id="293" r:id="rId15"/>
    <p:sldId id="292" r:id="rId16"/>
    <p:sldId id="291" r:id="rId17"/>
    <p:sldId id="290" r:id="rId18"/>
    <p:sldId id="289" r:id="rId19"/>
    <p:sldId id="288" r:id="rId20"/>
    <p:sldId id="294" r:id="rId21"/>
    <p:sldId id="295" r:id="rId22"/>
    <p:sldId id="297" r:id="rId23"/>
    <p:sldId id="301" r:id="rId24"/>
    <p:sldId id="300" r:id="rId25"/>
    <p:sldId id="299" r:id="rId26"/>
    <p:sldId id="303" r:id="rId27"/>
    <p:sldId id="310" r:id="rId28"/>
    <p:sldId id="302" r:id="rId29"/>
    <p:sldId id="298" r:id="rId30"/>
    <p:sldId id="296" r:id="rId31"/>
    <p:sldId id="305" r:id="rId32"/>
    <p:sldId id="306" r:id="rId33"/>
    <p:sldId id="307" r:id="rId34"/>
    <p:sldId id="308" r:id="rId35"/>
    <p:sldId id="309" r:id="rId36"/>
    <p:sldId id="311" r:id="rId37"/>
    <p:sldId id="322" r:id="rId38"/>
    <p:sldId id="270" r:id="rId39"/>
    <p:sldId id="271" r:id="rId40"/>
    <p:sldId id="272" r:id="rId41"/>
    <p:sldId id="273" r:id="rId42"/>
    <p:sldId id="274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39" r:id="rId51"/>
    <p:sldId id="340" r:id="rId52"/>
    <p:sldId id="341" r:id="rId53"/>
    <p:sldId id="320" r:id="rId54"/>
    <p:sldId id="369" r:id="rId55"/>
    <p:sldId id="370" r:id="rId56"/>
    <p:sldId id="371" r:id="rId57"/>
    <p:sldId id="321" r:id="rId58"/>
    <p:sldId id="323" r:id="rId59"/>
    <p:sldId id="324" r:id="rId60"/>
    <p:sldId id="325" r:id="rId61"/>
    <p:sldId id="326" r:id="rId62"/>
    <p:sldId id="327" r:id="rId63"/>
    <p:sldId id="328" r:id="rId64"/>
    <p:sldId id="333" r:id="rId65"/>
    <p:sldId id="334" r:id="rId66"/>
    <p:sldId id="335" r:id="rId67"/>
    <p:sldId id="336" r:id="rId68"/>
    <p:sldId id="337" r:id="rId69"/>
    <p:sldId id="329" r:id="rId70"/>
    <p:sldId id="330" r:id="rId71"/>
    <p:sldId id="331" r:id="rId72"/>
    <p:sldId id="338" r:id="rId73"/>
    <p:sldId id="342" r:id="rId74"/>
    <p:sldId id="366" r:id="rId75"/>
    <p:sldId id="347" r:id="rId76"/>
    <p:sldId id="343" r:id="rId77"/>
    <p:sldId id="344" r:id="rId78"/>
    <p:sldId id="345" r:id="rId79"/>
    <p:sldId id="346" r:id="rId80"/>
    <p:sldId id="348" r:id="rId81"/>
    <p:sldId id="349" r:id="rId82"/>
    <p:sldId id="356" r:id="rId83"/>
    <p:sldId id="367" r:id="rId84"/>
    <p:sldId id="368" r:id="rId85"/>
    <p:sldId id="350" r:id="rId86"/>
    <p:sldId id="357" r:id="rId87"/>
    <p:sldId id="358" r:id="rId88"/>
    <p:sldId id="359" r:id="rId89"/>
    <p:sldId id="360" r:id="rId90"/>
    <p:sldId id="361" r:id="rId91"/>
    <p:sldId id="362" r:id="rId92"/>
    <p:sldId id="363" r:id="rId93"/>
    <p:sldId id="364" r:id="rId94"/>
    <p:sldId id="365" r:id="rId95"/>
    <p:sldId id="256" r:id="rId96"/>
    <p:sldId id="265" r:id="rId97"/>
    <p:sldId id="257" r:id="rId98"/>
    <p:sldId id="258" r:id="rId99"/>
    <p:sldId id="263" r:id="rId100"/>
    <p:sldId id="259" r:id="rId101"/>
    <p:sldId id="260" r:id="rId102"/>
    <p:sldId id="261" r:id="rId103"/>
    <p:sldId id="262" r:id="rId104"/>
    <p:sldId id="266" r:id="rId105"/>
    <p:sldId id="267" r:id="rId106"/>
    <p:sldId id="268" r:id="rId107"/>
    <p:sldId id="269" r:id="rId108"/>
    <p:sldId id="374" r:id="rId109"/>
    <p:sldId id="375" r:id="rId110"/>
    <p:sldId id="351" r:id="rId111"/>
    <p:sldId id="352" r:id="rId112"/>
    <p:sldId id="353" r:id="rId113"/>
    <p:sldId id="355" r:id="rId114"/>
    <p:sldId id="354" r:id="rId115"/>
    <p:sldId id="372" r:id="rId116"/>
    <p:sldId id="373" r:id="rId1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>
        <p:scale>
          <a:sx n="75" d="100"/>
          <a:sy n="75" d="100"/>
        </p:scale>
        <p:origin x="112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20A17-287D-450D-B850-D3BE4991839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91164-7E7C-4F6D-A0F2-9B8FFF3D6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91164-7E7C-4F6D-A0F2-9B8FFF3D61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22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555C-0915-5409-0B44-AE8E9262D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B6279-2A58-86F6-E28B-4DD80DAB1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DC6F7-ABB3-AEF3-F760-CFECBEAC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0E171-7EFC-EDE6-778B-1A09D52C8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0D37F-3450-7CAE-2F5D-123528ED7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3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40E7-46CB-4B40-2061-B3B344DF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1FBC9-4465-9F6B-559E-9CA0F3E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5A549-0100-E0C2-82D1-EDEB4CBD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2AB52-C0DA-F7DF-CE60-7D175E62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2090C-CAB2-2014-3FD3-80396645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7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91EB-4F3F-0C0F-E6BB-7FAE5335F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5D332-1DB1-A3DA-0A2B-C63798CCE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77B8C-5701-D405-FAF9-D265C7F2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9B45D-5666-C2C0-B3CC-A4B9B099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8F19F-27D3-C5AC-1BFB-E9ACFE654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5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5E87-97A3-EAB0-97C9-FB210D0C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35107-CD06-1758-8316-0F674A5CD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5CC11-D524-ED19-0A39-63C690142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C893D-8D31-EEED-5333-B2B8839C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CC2C9-E1D1-A3BD-271B-EDC55F2C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C3374-7113-C248-2DE7-A6E7DD27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6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8920-D31F-DEF2-C763-145169841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5464-37BD-7862-5C68-312C0499C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A1CE2-642D-BC49-2AF6-2397EA312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696FF2-E734-C922-714A-86B251E5C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A0D7C-D74C-C180-22C5-1E0D818FD5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3FD16-D18C-0310-74E4-28B6A7D4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7649A-9963-9569-A716-BFAF9DAA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A36FA-B636-0135-7612-7EDE258A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9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D47F-C327-4B66-8996-53BA27E6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A115C-F178-A81C-4580-E32FA6FA4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29F01-A1E6-E1E4-02CC-03DD1E84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C5C49-2305-976F-F812-DC0A908D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707F4-A407-6B7C-F2FC-D9A658FF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E9F40-68A4-08C5-2103-21F4870C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DC3A1-3B9D-3A8C-1EB1-AEC4F68A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79EB-CB1E-8CDC-CBF6-E806B7D1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D650A-36E1-DB56-A83D-3CE88FFD3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66382-93A1-0F5F-39E2-BB314475F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3352-0CF4-6EBC-9BDE-24B68E0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1F110-793D-6E51-E222-4D171C21A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A905E-6125-0EFF-8BE1-DC710F54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6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2CE2B-97CB-0C8E-5C7F-DF01AFE6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A9AB4-4779-ADF9-9B1C-806C51E9F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CD256-F2A6-9ABC-A849-D9CA7C28A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7A5E5-07A7-34E9-D947-D6A7A1DB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B7831-C6BF-9984-E5C7-FCFEAEA4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4CA0B-E9B0-04BC-03FA-05953FBB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6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395E-98D3-4D26-681C-9C09556A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8BA03-E723-D57B-F9CE-6093BAC96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E8AC4-DAFC-6E52-D22B-92F78339F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26996-C08F-A8AE-A8B2-A8DB3A2A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01939-1E20-CAFF-DD24-7425D9A3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70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1421B9-C23A-2EB8-ADE6-65D8DD146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4A20B-AFE5-2DB2-64A5-1776B0915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63F3-CEF2-780F-4DF5-231B63C5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2F57E-3F6B-1F7B-6747-36901279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ABDF6-6F64-FB34-72A5-BAD1F3F0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6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14F8C-38F1-E067-6118-5FAC0A8A2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9BD33-90F4-721C-9217-46150BBAA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9339E-2188-D699-F1C9-5EBA73DD9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791DA-795E-4ADD-9C5D-83594B142B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EC455-93AA-75D0-5A3E-61CDA1CDC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CECCA-A1C9-C97B-EAA2-3A243E8ED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8F717-25B4-4964-BAE4-AE16456B46B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FF0349-523C-F727-1693-8F9A98707A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22900" y="6642100"/>
            <a:ext cx="13716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Ejada Public Information</a:t>
            </a:r>
          </a:p>
        </p:txBody>
      </p:sp>
    </p:spTree>
    <p:extLst>
      <p:ext uri="{BB962C8B-B14F-4D97-AF65-F5344CB8AC3E}">
        <p14:creationId xmlns:p14="http://schemas.microsoft.com/office/powerpoint/2010/main" val="173926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4BFEE0-98B8-969E-7C7A-6B2EE4330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2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A33271-3D53-4A04-3171-3A6E5438F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26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3A1C10-7D67-06FD-DCF0-A27E762F5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8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9524C9-7AF1-6E21-A8C4-9DF1E14E7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0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C5ACA7-FE3E-0BCC-8AEF-353A2AF47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8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A4A2C0-7B5C-D5F3-7820-7D505B49F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3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8D4ACB-392E-49D4-DB13-7DA60A059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7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791BF1-69DA-31F6-1C36-FC7767B7E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11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7A0C41-92B5-18E8-BDF0-F3A5C62C0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4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4E0694-C60C-E2D4-40EB-C91FD5B80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30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71CBD-AA66-A335-1588-B1E6B49A4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01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07A23F-D47F-7387-B66A-C6CABA74C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5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18C6EF-FC1D-6B37-E9B1-5A9EF1CAF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20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2C3D31-3FA0-A5C0-DFF0-E4E51EB46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64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DB2101-207C-8C65-5944-11C18939F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89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158529-F6B9-6D55-0299-5FD2A9322C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69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11C3FB-C8C9-9531-91C6-9AE3A76A4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61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4F1F40-D387-1C5F-E884-A6CFE9F96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39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0A55-01B7-C228-F1EF-7E8215E2E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7EFF3-CB70-F95B-395C-BA7B5B29E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D595E-D7CA-91AD-DE90-F1852699E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" y="0"/>
            <a:ext cx="12172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10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D958FB-AA80-3428-4FB5-84EE1D0BE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34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C564BC-3525-3806-775B-B53D8FEE0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65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F1E780-ADC0-038F-6D78-298920BCC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67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8FF7DD-DD34-04CB-D852-E438CAEB7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08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A29DA5-0E19-62ED-F729-5E9D2F853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28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F48E92-84EB-8448-36AB-5E728A554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35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257BBF-91A3-51EA-06AA-16E7B9AAC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78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F4598F-E9D7-4F4E-D28F-3C3193B75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75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081784-DEB8-6D93-8490-BDAF118C6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02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1125C1-BDEE-D29A-47B6-651E10EC3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54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20DD41-2CB9-1B2B-3472-4690BD86C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519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071637-4D6F-4ED5-2851-14BA25FC1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11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E0C32A-B21F-671E-4A8E-345034A70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34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9A30D5-9014-03F5-8B4F-89173A814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47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0F64E9-2AE4-67C8-D978-7D4888B2C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18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C4E4A3-875A-17D1-65FF-C4E583EDB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44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F12068-18D0-486B-4971-E897223A1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74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0C649C-C9B6-F9FC-8079-D15141FE4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653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E35F4B-504A-D3F3-A004-C142FA2E8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73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5390DD-E798-621F-E2EA-9C939E7D9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820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67DAF6-EC9A-840C-1FBB-8C648CDDA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57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36C397-2A47-830D-3721-7D7CD227E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9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7F55C7-0663-3DC4-116B-C9E6ECEA3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372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1625C6-157B-E947-0246-682F58FF3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36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54F934-6233-30B2-3B0E-A0564D3AD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911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9849F8-0236-59D6-52DA-9204A7409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251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8B16D9-6864-79A1-0CBF-F40AE5C80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031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90E1E7-59B8-9F6A-4CFD-E2CC5BDA7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627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03BDDC-7D00-56DB-9438-AD384EF46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301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0036C1-CCF5-36F7-CD95-CF1C21471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578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26C929-6278-E6BA-55D2-C22B4C4F1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531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507BC4-F950-4683-082E-A8B478FD4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52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CD192-A300-8DF4-F522-CFA08B030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5225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9B1002-3FB8-661B-020E-44200F493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442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B4EC-18CD-315B-9062-E2BAC9B2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22DBC-8660-F73B-9D31-B169C4BF7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40108-64CE-1050-94B1-CC22883DA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1" y="0"/>
            <a:ext cx="12126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522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DBC6BA-4DFE-521C-47A9-821B7518D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327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9305-CAC7-BC35-0944-11B446BB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E503-AA77-0BA9-C16F-71E1D1235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0A774-E1C4-EBD7-3C99-E48C457A3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" y="11134"/>
            <a:ext cx="12170195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942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F29201-FFB2-B3C5-A07D-4024F4384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048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E67A98-058A-5714-4AAE-DC4C58967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502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E0586A-2E6E-BFEB-C874-0A2C3F96E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812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9A4B9-C140-EBAD-3F56-A4D02F5BC8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811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56947E-6892-4735-007C-4E94E0CB5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649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34FF5-9F70-A93B-432B-F2820772A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50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DB483C-A54D-69AE-1E3B-B53E8815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705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EA44E2-98BD-3295-BAD2-697853812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89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A5265-F6F6-6AEA-0179-AB50C11EA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766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57063-5C57-762C-81DE-DA323D27E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375AD-42F2-DBF7-CFBC-47F0C046D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802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B8F0D3-B4AB-A070-4885-9290D8D96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7814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5857D7-FDDD-8F2E-E4A6-F5A4D2F30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229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53A370-24F4-7C25-7BDA-DA7B1D177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477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F54B-FD70-7D38-AC68-5F225BE2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17047-753E-8714-A9A5-F5E1E39E6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EC282-328C-0A4F-701B-FE494FFCB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1" y="0"/>
            <a:ext cx="12142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226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19AA-D506-992D-CDBC-BD5E65890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49A1-8E6B-D725-5C03-5B331A4D9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78822-BDFC-B479-18C3-BEE841424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44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9B8FB9-BADE-0857-1A44-08458CD43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038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4EEE24-3B1D-2E3D-8F1F-20F30B070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369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C600-AA56-51BD-D85C-577309BB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B0D3E-BF81-E7D0-BD8C-B72B5DFD9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BDE19-7744-6744-E7C0-395B14F71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1"/>
            <a:ext cx="12192000" cy="683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266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8BCF83-7768-52DF-6992-4F9BF5171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171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F90D79-F7DB-9FD3-E6F9-60239EC74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346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C89E5E-83B8-EFA9-8B0F-58EB3E4E3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144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A6ED9E-A6BE-E7A6-E8AE-5EF962AB9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622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48A286-C536-00D5-EEF8-31FC8089E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886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F9E5DE-9D2A-546C-EA8A-A8769ECFD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195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A0E0-A012-9A5D-1AB7-AD3EF720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C0656-0ACA-504E-136C-C2C29D1F4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27CE4-20E2-043A-D879-7DE00A2F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26"/>
            <a:ext cx="12192000" cy="682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82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3DB1-7A69-1A26-784C-2A894A3D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56DD-9A24-78FF-7C3B-6F641B119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45B60-4575-499C-F7BE-5A7F5372E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6" y="0"/>
            <a:ext cx="12101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423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BDB3-D555-3484-C7BB-A9E5CC88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9BA19-3581-3417-C203-B1856B639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9FCB6-1DE0-9180-1393-133944554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" y="0"/>
            <a:ext cx="12172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233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BD511A-21F2-0198-3745-0F1BC0EF5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2690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5F8041-BAED-F7C5-CB3F-AB5BABDBD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2587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C0BC07-45E5-D9D8-40A0-5847CB72C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910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B5CF9E-6C8C-81F4-17EC-7CD7641BE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921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6EC5B0-1BCD-9BAD-5F0E-840954748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890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E233FA-0FCF-765C-5C9B-EFE846344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431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4069A3-7919-C81B-A6DA-F751E3AEC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912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2C874-1903-EF35-3D73-9A0ACA3FF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4767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C02B55-C298-3582-A90B-24372C702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54152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5E07-0715-7656-4E8B-7A20DBE8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7D897-7322-B6E9-C346-63B5DAC71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14E3E-135B-C7DE-6A00-1D514805E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" y="0"/>
            <a:ext cx="12180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52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F39E8-C06E-FDB0-B91F-934B1F9F5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7169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09E4-25F8-8170-6748-107B39ED2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17F04-A859-5C36-95F3-3A7F59A292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56E3C-99DB-9AC7-F753-30574E81D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3" y="-243840"/>
            <a:ext cx="12524057" cy="710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35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5AF562-D712-2012-D1DA-1F27237E6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962" r="-2" b="215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7808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027BED-A643-84C2-0DF6-78F6B5B3D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4347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7908F7-C28D-8922-BC08-E0162105D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55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D8382A-2C22-5332-D203-E1003BA89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4" r="-2" b="7189"/>
          <a:stretch>
            <a:fillRect/>
          </a:stretch>
        </p:blipFill>
        <p:spPr>
          <a:xfrm>
            <a:off x="472440" y="68035"/>
            <a:ext cx="11247120" cy="67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0982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8723E6-DFDA-6990-DF22-B0245CE26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8181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74CAAC-1FA0-581F-9CF7-E8387C7B0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1343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2F6C50-E075-1458-FC90-A137E25EF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877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641609-4BB0-9395-089D-5DAEA41AC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438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231BDE-BDE7-BEDB-85C1-7637519AE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8240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20636-5AF4-D67B-C175-61AC0D89E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8627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1BD83D-1207-7389-FA1E-F441461525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515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0B6047-3BE9-8241-0520-7733CDF84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597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3B64-7871-FFF6-2721-A03EB232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480CD-A5E1-D92B-2F54-92DB1BBA4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F923D-1A6A-D6A5-E937-D4FCB8F15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7" y="0"/>
            <a:ext cx="12136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293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8BEC68-0E35-4375-C797-7D12CB167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7"/>
          <a:stretch>
            <a:fillRect/>
          </a:stretch>
        </p:blipFill>
        <p:spPr>
          <a:xfrm>
            <a:off x="1524000" y="0"/>
            <a:ext cx="8968153" cy="680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6388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07C0-5FCB-9A76-FF3F-0BECB2B7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C6C86-3AC3-894F-4E9A-93296A684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F07F0-A96B-9D46-BE8D-F8341F0CD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2"/>
            <a:ext cx="12192000" cy="683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0759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C305-EA62-5CFF-36BC-B25F2993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79CDF-677A-6F2F-5CD5-5563AD26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769DC-FA7B-CB25-9557-654031805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" y="0"/>
            <a:ext cx="12139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27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CCCE-8C93-140B-DEC8-B6591992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B876A-5A93-444F-C39A-8E28BAFF8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8D35C-CDA1-E59B-B970-B5EAE95E3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" y="0"/>
            <a:ext cx="12180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91510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5CA8-D845-0619-6008-360B7C16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F786-E4AD-B9E8-41E9-7F26C914D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4FAE1-FFA8-BFB6-4F2C-12481356D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" y="11134"/>
            <a:ext cx="12170195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8904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5BC24-5253-EAF1-C754-1D1E2EA3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5BD0-F333-CB9F-5F7D-94A27562C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9270E-E238-DFB2-1FE9-E8908FCEC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7" y="0"/>
            <a:ext cx="12166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4362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151D8-4742-4BE4-D07B-8CBA5E04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394D9-826E-B86E-A902-D7B732B00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9A487-3942-703B-D108-68515F96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" y="0"/>
            <a:ext cx="121632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850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D7D3F2-83AE-7D11-DA0F-569647481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15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5ab016a-022d-4842-b407-a61897a39a0c}" enabled="1" method="Privilege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Shrook Bekhet | Ejada Systems</dc:creator>
  <cp:lastModifiedBy>Shrook Bekhet | Ejada Systems</cp:lastModifiedBy>
  <cp:revision>1</cp:revision>
  <dcterms:created xsi:type="dcterms:W3CDTF">2026-07-03T09:32:01Z</dcterms:created>
  <dcterms:modified xsi:type="dcterms:W3CDTF">2026-07-05T09:22:21Z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Ejada Public Information</vt:lpwstr>
  </property>
</Properties>
</file>